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sldIdLst>
    <p:sldId id="279" r:id="rId5"/>
    <p:sldId id="366" r:id="rId6"/>
    <p:sldId id="369" r:id="rId7"/>
    <p:sldId id="372" r:id="rId8"/>
    <p:sldId id="373" r:id="rId9"/>
    <p:sldId id="370" r:id="rId10"/>
    <p:sldId id="371" r:id="rId11"/>
    <p:sldId id="374" r:id="rId12"/>
    <p:sldId id="368" r:id="rId13"/>
    <p:sldId id="375" r:id="rId14"/>
    <p:sldId id="377" r:id="rId15"/>
    <p:sldId id="378" r:id="rId16"/>
    <p:sldId id="379" r:id="rId17"/>
    <p:sldId id="380" r:id="rId18"/>
    <p:sldId id="381" r:id="rId19"/>
    <p:sldId id="376" r:id="rId20"/>
    <p:sldId id="382" r:id="rId21"/>
    <p:sldId id="383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400" r:id="rId33"/>
    <p:sldId id="397" r:id="rId34"/>
    <p:sldId id="398" r:id="rId35"/>
    <p:sldId id="399" r:id="rId36"/>
    <p:sldId id="386" r:id="rId37"/>
    <p:sldId id="384" r:id="rId38"/>
    <p:sldId id="385" r:id="rId3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43D26-DC16-4DE1-90AF-E7877E50F3E6}" v="5" dt="2026-03-11T13:55:54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e Orland" userId="46431a2e-9a0f-42fd-88b4-1d0818eee711" providerId="ADAL" clId="{0E827F30-DD43-443C-8F1B-BAC9BD410B72}"/>
    <pc:docChg chg="undo custSel addSld delSld modSld">
      <pc:chgData name="Roee Orland" userId="46431a2e-9a0f-42fd-88b4-1d0818eee711" providerId="ADAL" clId="{0E827F30-DD43-443C-8F1B-BAC9BD410B72}" dt="2026-03-11T13:55:54.073" v="967"/>
      <pc:docMkLst>
        <pc:docMk/>
      </pc:docMkLst>
      <pc:sldChg chg="modSp mod">
        <pc:chgData name="Roee Orland" userId="46431a2e-9a0f-42fd-88b4-1d0818eee711" providerId="ADAL" clId="{0E827F30-DD43-443C-8F1B-BAC9BD410B72}" dt="2026-03-10T08:58:42.376" v="510" actId="20577"/>
        <pc:sldMkLst>
          <pc:docMk/>
          <pc:sldMk cId="1261199582" sldId="279"/>
        </pc:sldMkLst>
        <pc:spChg chg="mod">
          <ac:chgData name="Roee Orland" userId="46431a2e-9a0f-42fd-88b4-1d0818eee711" providerId="ADAL" clId="{0E827F30-DD43-443C-8F1B-BAC9BD410B72}" dt="2026-03-10T08:58:42.376" v="510" actId="20577"/>
          <ac:spMkLst>
            <pc:docMk/>
            <pc:sldMk cId="1261199582" sldId="279"/>
            <ac:spMk id="8" creationId="{90245A4E-F569-590B-CA82-17A04DBEFA1C}"/>
          </ac:spMkLst>
        </pc:spChg>
      </pc:sldChg>
      <pc:sldChg chg="addSp delSp modSp add mod">
        <pc:chgData name="Roee Orland" userId="46431a2e-9a0f-42fd-88b4-1d0818eee711" providerId="ADAL" clId="{0E827F30-DD43-443C-8F1B-BAC9BD410B72}" dt="2026-02-23T18:43:46.397" v="427" actId="14100"/>
        <pc:sldMkLst>
          <pc:docMk/>
          <pc:sldMk cId="1368556580" sldId="383"/>
        </pc:sldMkLst>
        <pc:spChg chg="mod">
          <ac:chgData name="Roee Orland" userId="46431a2e-9a0f-42fd-88b4-1d0818eee711" providerId="ADAL" clId="{0E827F30-DD43-443C-8F1B-BAC9BD410B72}" dt="2026-02-23T18:33:41.340" v="322" actId="20577"/>
          <ac:spMkLst>
            <pc:docMk/>
            <pc:sldMk cId="1368556580" sldId="383"/>
            <ac:spMk id="3" creationId="{666AEB93-2808-4492-8101-D90A50CD25FC}"/>
          </ac:spMkLst>
        </pc:spChg>
        <pc:picChg chg="add mod">
          <ac:chgData name="Roee Orland" userId="46431a2e-9a0f-42fd-88b4-1d0818eee711" providerId="ADAL" clId="{0E827F30-DD43-443C-8F1B-BAC9BD410B72}" dt="2026-02-23T18:38:14.258" v="408" actId="14100"/>
          <ac:picMkLst>
            <pc:docMk/>
            <pc:sldMk cId="1368556580" sldId="383"/>
            <ac:picMk id="5" creationId="{1ABD3B41-8117-B6FB-16CA-92FCEE7A058B}"/>
          </ac:picMkLst>
        </pc:picChg>
        <pc:picChg chg="add mod">
          <ac:chgData name="Roee Orland" userId="46431a2e-9a0f-42fd-88b4-1d0818eee711" providerId="ADAL" clId="{0E827F30-DD43-443C-8F1B-BAC9BD410B72}" dt="2026-02-23T18:43:46.397" v="427" actId="14100"/>
          <ac:picMkLst>
            <pc:docMk/>
            <pc:sldMk cId="1368556580" sldId="383"/>
            <ac:picMk id="8" creationId="{8F6785AA-9FED-FFE5-CDC2-2A520B52C8BE}"/>
          </ac:picMkLst>
        </pc:picChg>
      </pc:sldChg>
      <pc:sldChg chg="add">
        <pc:chgData name="Roee Orland" userId="46431a2e-9a0f-42fd-88b4-1d0818eee711" providerId="ADAL" clId="{0E827F30-DD43-443C-8F1B-BAC9BD410B72}" dt="2026-02-23T10:53:55.693" v="271"/>
        <pc:sldMkLst>
          <pc:docMk/>
          <pc:sldMk cId="90326725" sldId="386"/>
        </pc:sldMkLst>
      </pc:sldChg>
      <pc:sldChg chg="addSp delSp modSp add mod">
        <pc:chgData name="Roee Orland" userId="46431a2e-9a0f-42fd-88b4-1d0818eee711" providerId="ADAL" clId="{0E827F30-DD43-443C-8F1B-BAC9BD410B72}" dt="2026-02-23T18:44:32.989" v="440" actId="14100"/>
        <pc:sldMkLst>
          <pc:docMk/>
          <pc:sldMk cId="2513990362" sldId="387"/>
        </pc:sldMkLst>
        <pc:picChg chg="add mod">
          <ac:chgData name="Roee Orland" userId="46431a2e-9a0f-42fd-88b4-1d0818eee711" providerId="ADAL" clId="{0E827F30-DD43-443C-8F1B-BAC9BD410B72}" dt="2026-02-23T18:38:01.398" v="406" actId="1076"/>
          <ac:picMkLst>
            <pc:docMk/>
            <pc:sldMk cId="2513990362" sldId="387"/>
            <ac:picMk id="8" creationId="{464544F1-A7AC-B416-1D42-B3F857449F69}"/>
          </ac:picMkLst>
        </pc:picChg>
        <pc:picChg chg="add mod">
          <ac:chgData name="Roee Orland" userId="46431a2e-9a0f-42fd-88b4-1d0818eee711" providerId="ADAL" clId="{0E827F30-DD43-443C-8F1B-BAC9BD410B72}" dt="2026-02-23T18:44:32.989" v="440" actId="14100"/>
          <ac:picMkLst>
            <pc:docMk/>
            <pc:sldMk cId="2513990362" sldId="387"/>
            <ac:picMk id="10" creationId="{025ED8EF-8B59-D7EE-A783-BAD32637D5BB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5:15.962" v="446" actId="14100"/>
        <pc:sldMkLst>
          <pc:docMk/>
          <pc:sldMk cId="893228475" sldId="388"/>
        </pc:sldMkLst>
        <pc:picChg chg="add mod">
          <ac:chgData name="Roee Orland" userId="46431a2e-9a0f-42fd-88b4-1d0818eee711" providerId="ADAL" clId="{0E827F30-DD43-443C-8F1B-BAC9BD410B72}" dt="2026-02-23T18:37:55.243" v="405" actId="14100"/>
          <ac:picMkLst>
            <pc:docMk/>
            <pc:sldMk cId="893228475" sldId="388"/>
            <ac:picMk id="4" creationId="{1C5C9883-620F-E9C6-A563-C03D28B3FF18}"/>
          </ac:picMkLst>
        </pc:picChg>
        <pc:picChg chg="add mod">
          <ac:chgData name="Roee Orland" userId="46431a2e-9a0f-42fd-88b4-1d0818eee711" providerId="ADAL" clId="{0E827F30-DD43-443C-8F1B-BAC9BD410B72}" dt="2026-02-23T18:45:15.962" v="446" actId="14100"/>
          <ac:picMkLst>
            <pc:docMk/>
            <pc:sldMk cId="893228475" sldId="388"/>
            <ac:picMk id="8" creationId="{FF614C0D-0EC4-4537-9466-4DF85C3B3248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6:04.253" v="450" actId="14100"/>
        <pc:sldMkLst>
          <pc:docMk/>
          <pc:sldMk cId="3374509554" sldId="389"/>
        </pc:sldMkLst>
        <pc:picChg chg="add mod">
          <ac:chgData name="Roee Orland" userId="46431a2e-9a0f-42fd-88b4-1d0818eee711" providerId="ADAL" clId="{0E827F30-DD43-443C-8F1B-BAC9BD410B72}" dt="2026-02-23T18:39:02.933" v="412" actId="14100"/>
          <ac:picMkLst>
            <pc:docMk/>
            <pc:sldMk cId="3374509554" sldId="389"/>
            <ac:picMk id="4" creationId="{E68C261B-BAC5-83EE-77C7-DE9F1A912DC2}"/>
          </ac:picMkLst>
        </pc:picChg>
        <pc:picChg chg="add mod">
          <ac:chgData name="Roee Orland" userId="46431a2e-9a0f-42fd-88b4-1d0818eee711" providerId="ADAL" clId="{0E827F30-DD43-443C-8F1B-BAC9BD410B72}" dt="2026-02-23T18:46:04.253" v="450" actId="14100"/>
          <ac:picMkLst>
            <pc:docMk/>
            <pc:sldMk cId="3374509554" sldId="389"/>
            <ac:picMk id="8" creationId="{39AB0BE5-73B8-76F2-3C73-9D11A78795E2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6:51.019" v="454" actId="14100"/>
        <pc:sldMkLst>
          <pc:docMk/>
          <pc:sldMk cId="3400244360" sldId="390"/>
        </pc:sldMkLst>
        <pc:picChg chg="add mod">
          <ac:chgData name="Roee Orland" userId="46431a2e-9a0f-42fd-88b4-1d0818eee711" providerId="ADAL" clId="{0E827F30-DD43-443C-8F1B-BAC9BD410B72}" dt="2026-02-23T18:40:49.408" v="420" actId="14100"/>
          <ac:picMkLst>
            <pc:docMk/>
            <pc:sldMk cId="3400244360" sldId="390"/>
            <ac:picMk id="8" creationId="{EAD613B0-F103-D5F5-F5F7-241FFFF0FD6F}"/>
          </ac:picMkLst>
        </pc:picChg>
        <pc:picChg chg="add mod">
          <ac:chgData name="Roee Orland" userId="46431a2e-9a0f-42fd-88b4-1d0818eee711" providerId="ADAL" clId="{0E827F30-DD43-443C-8F1B-BAC9BD410B72}" dt="2026-02-23T18:46:51.019" v="454" actId="14100"/>
          <ac:picMkLst>
            <pc:docMk/>
            <pc:sldMk cId="3400244360" sldId="390"/>
            <ac:picMk id="10" creationId="{2E085AEB-4619-133B-CDE6-55A6CD95112D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0:40.677" v="487" actId="14100"/>
        <pc:sldMkLst>
          <pc:docMk/>
          <pc:sldMk cId="3855461126" sldId="391"/>
        </pc:sldMkLst>
        <pc:spChg chg="mod">
          <ac:chgData name="Roee Orland" userId="46431a2e-9a0f-42fd-88b4-1d0818eee711" providerId="ADAL" clId="{0E827F30-DD43-443C-8F1B-BAC9BD410B72}" dt="2026-02-23T18:47:07.724" v="456" actId="20577"/>
          <ac:spMkLst>
            <pc:docMk/>
            <pc:sldMk cId="3855461126" sldId="391"/>
            <ac:spMk id="3" creationId="{24C08801-CF2F-59C8-B877-E44B951EAEB1}"/>
          </ac:spMkLst>
        </pc:spChg>
        <pc:picChg chg="add mod">
          <ac:chgData name="Roee Orland" userId="46431a2e-9a0f-42fd-88b4-1d0818eee711" providerId="ADAL" clId="{0E827F30-DD43-443C-8F1B-BAC9BD410B72}" dt="2026-02-23T20:36:27.233" v="465" actId="14100"/>
          <ac:picMkLst>
            <pc:docMk/>
            <pc:sldMk cId="3855461126" sldId="391"/>
            <ac:picMk id="4" creationId="{212501A8-18C8-C4A0-1C2D-B65E4CBD6629}"/>
          </ac:picMkLst>
        </pc:picChg>
        <pc:picChg chg="add mod">
          <ac:chgData name="Roee Orland" userId="46431a2e-9a0f-42fd-88b4-1d0818eee711" providerId="ADAL" clId="{0E827F30-DD43-443C-8F1B-BAC9BD410B72}" dt="2026-02-23T20:40:40.677" v="487" actId="14100"/>
          <ac:picMkLst>
            <pc:docMk/>
            <pc:sldMk cId="3855461126" sldId="391"/>
            <ac:picMk id="7" creationId="{997B10AE-4B90-1140-4D80-4AC135E74C7A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06.530" v="491" actId="14100"/>
        <pc:sldMkLst>
          <pc:docMk/>
          <pc:sldMk cId="2740122447" sldId="392"/>
        </pc:sldMkLst>
        <pc:picChg chg="add mod">
          <ac:chgData name="Roee Orland" userId="46431a2e-9a0f-42fd-88b4-1d0818eee711" providerId="ADAL" clId="{0E827F30-DD43-443C-8F1B-BAC9BD410B72}" dt="2026-02-23T20:36:57.001" v="470" actId="14100"/>
          <ac:picMkLst>
            <pc:docMk/>
            <pc:sldMk cId="2740122447" sldId="392"/>
            <ac:picMk id="4" creationId="{126A7E11-431E-3E44-8BF8-FDCDA203E543}"/>
          </ac:picMkLst>
        </pc:picChg>
        <pc:picChg chg="add mod">
          <ac:chgData name="Roee Orland" userId="46431a2e-9a0f-42fd-88b4-1d0818eee711" providerId="ADAL" clId="{0E827F30-DD43-443C-8F1B-BAC9BD410B72}" dt="2026-02-23T20:41:06.530" v="491" actId="14100"/>
          <ac:picMkLst>
            <pc:docMk/>
            <pc:sldMk cId="2740122447" sldId="392"/>
            <ac:picMk id="7" creationId="{96939C53-4CF6-4F66-8A54-B06CBDA527B9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26.786" v="495" actId="14100"/>
        <pc:sldMkLst>
          <pc:docMk/>
          <pc:sldMk cId="1093083192" sldId="393"/>
        </pc:sldMkLst>
        <pc:picChg chg="add mod">
          <ac:chgData name="Roee Orland" userId="46431a2e-9a0f-42fd-88b4-1d0818eee711" providerId="ADAL" clId="{0E827F30-DD43-443C-8F1B-BAC9BD410B72}" dt="2026-02-23T20:37:25.452" v="474" actId="14100"/>
          <ac:picMkLst>
            <pc:docMk/>
            <pc:sldMk cId="1093083192" sldId="393"/>
            <ac:picMk id="4" creationId="{BF86637E-284C-6C99-C5FF-2E2EDA5737F3}"/>
          </ac:picMkLst>
        </pc:picChg>
        <pc:picChg chg="add mod">
          <ac:chgData name="Roee Orland" userId="46431a2e-9a0f-42fd-88b4-1d0818eee711" providerId="ADAL" clId="{0E827F30-DD43-443C-8F1B-BAC9BD410B72}" dt="2026-02-23T20:41:26.786" v="495" actId="14100"/>
          <ac:picMkLst>
            <pc:docMk/>
            <pc:sldMk cId="1093083192" sldId="393"/>
            <ac:picMk id="7" creationId="{18009169-85F1-C1B4-BAB5-E79D2567CE5C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52.588" v="500" actId="14100"/>
        <pc:sldMkLst>
          <pc:docMk/>
          <pc:sldMk cId="1729762218" sldId="394"/>
        </pc:sldMkLst>
        <pc:picChg chg="add mod">
          <ac:chgData name="Roee Orland" userId="46431a2e-9a0f-42fd-88b4-1d0818eee711" providerId="ADAL" clId="{0E827F30-DD43-443C-8F1B-BAC9BD410B72}" dt="2026-02-23T20:37:58.016" v="478" actId="14100"/>
          <ac:picMkLst>
            <pc:docMk/>
            <pc:sldMk cId="1729762218" sldId="394"/>
            <ac:picMk id="4" creationId="{DF12C7E5-D197-DBB0-5B5B-06C70C268E0F}"/>
          </ac:picMkLst>
        </pc:picChg>
        <pc:picChg chg="add mod">
          <ac:chgData name="Roee Orland" userId="46431a2e-9a0f-42fd-88b4-1d0818eee711" providerId="ADAL" clId="{0E827F30-DD43-443C-8F1B-BAC9BD410B72}" dt="2026-02-23T20:41:52.588" v="500" actId="14100"/>
          <ac:picMkLst>
            <pc:docMk/>
            <pc:sldMk cId="1729762218" sldId="394"/>
            <ac:picMk id="7" creationId="{A4BD66B2-D547-C8C9-0B44-5A8AB33A7FA3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2:23.668" v="504" actId="14100"/>
        <pc:sldMkLst>
          <pc:docMk/>
          <pc:sldMk cId="1184989076" sldId="395"/>
        </pc:sldMkLst>
        <pc:picChg chg="add mod">
          <ac:chgData name="Roee Orland" userId="46431a2e-9a0f-42fd-88b4-1d0818eee711" providerId="ADAL" clId="{0E827F30-DD43-443C-8F1B-BAC9BD410B72}" dt="2026-02-23T20:38:33.287" v="482" actId="14100"/>
          <ac:picMkLst>
            <pc:docMk/>
            <pc:sldMk cId="1184989076" sldId="395"/>
            <ac:picMk id="4" creationId="{86B91AAA-BA92-2D92-1A5D-917C982A3693}"/>
          </ac:picMkLst>
        </pc:picChg>
        <pc:picChg chg="add mod">
          <ac:chgData name="Roee Orland" userId="46431a2e-9a0f-42fd-88b4-1d0818eee711" providerId="ADAL" clId="{0E827F30-DD43-443C-8F1B-BAC9BD410B72}" dt="2026-02-23T20:42:23.668" v="504" actId="14100"/>
          <ac:picMkLst>
            <pc:docMk/>
            <pc:sldMk cId="1184989076" sldId="395"/>
            <ac:picMk id="7" creationId="{34CB94E4-FFCE-0F4B-C048-B52E4D5DCA7B}"/>
          </ac:picMkLst>
        </pc:picChg>
      </pc:sldChg>
      <pc:sldChg chg="addSp delSp modSp add mod">
        <pc:chgData name="Roee Orland" userId="46431a2e-9a0f-42fd-88b4-1d0818eee711" providerId="ADAL" clId="{0E827F30-DD43-443C-8F1B-BAC9BD410B72}" dt="2026-03-11T06:38:22.341" v="531" actId="20577"/>
        <pc:sldMkLst>
          <pc:docMk/>
          <pc:sldMk cId="3798330974" sldId="396"/>
        </pc:sldMkLst>
        <pc:spChg chg="add del mod">
          <ac:chgData name="Roee Orland" userId="46431a2e-9a0f-42fd-88b4-1d0818eee711" providerId="ADAL" clId="{0E827F30-DD43-443C-8F1B-BAC9BD410B72}" dt="2026-03-11T06:38:03.164" v="513" actId="478"/>
          <ac:spMkLst>
            <pc:docMk/>
            <pc:sldMk cId="3798330974" sldId="396"/>
            <ac:spMk id="3" creationId="{86F11A50-04BA-2E8E-E408-547099D6209C}"/>
          </ac:spMkLst>
        </pc:spChg>
        <pc:spChg chg="add del mod">
          <ac:chgData name="Roee Orland" userId="46431a2e-9a0f-42fd-88b4-1d0818eee711" providerId="ADAL" clId="{0E827F30-DD43-443C-8F1B-BAC9BD410B72}" dt="2026-03-11T06:38:11.756" v="516" actId="478"/>
          <ac:spMkLst>
            <pc:docMk/>
            <pc:sldMk cId="3798330974" sldId="396"/>
            <ac:spMk id="5" creationId="{39DE058D-9C4B-9B4A-0349-98889BFE4F09}"/>
          </ac:spMkLst>
        </pc:spChg>
        <pc:spChg chg="mod">
          <ac:chgData name="Roee Orland" userId="46431a2e-9a0f-42fd-88b4-1d0818eee711" providerId="ADAL" clId="{0E827F30-DD43-443C-8F1B-BAC9BD410B72}" dt="2026-03-11T06:38:22.341" v="531" actId="20577"/>
          <ac:spMkLst>
            <pc:docMk/>
            <pc:sldMk cId="3798330974" sldId="396"/>
            <ac:spMk id="6" creationId="{5B2427FC-E927-17F9-2131-5185413BF320}"/>
          </ac:spMkLst>
        </pc:spChg>
        <pc:spChg chg="del">
          <ac:chgData name="Roee Orland" userId="46431a2e-9a0f-42fd-88b4-1d0818eee711" providerId="ADAL" clId="{0E827F30-DD43-443C-8F1B-BAC9BD410B72}" dt="2026-03-11T06:38:07.037" v="515" actId="478"/>
          <ac:spMkLst>
            <pc:docMk/>
            <pc:sldMk cId="3798330974" sldId="396"/>
            <ac:spMk id="7" creationId="{9E7146A3-8405-0D24-C31B-9F43351B1D14}"/>
          </ac:spMkLst>
        </pc:spChg>
        <pc:spChg chg="del">
          <ac:chgData name="Roee Orland" userId="46431a2e-9a0f-42fd-88b4-1d0818eee711" providerId="ADAL" clId="{0E827F30-DD43-443C-8F1B-BAC9BD410B72}" dt="2026-03-11T06:37:58.851" v="512" actId="478"/>
          <ac:spMkLst>
            <pc:docMk/>
            <pc:sldMk cId="3798330974" sldId="396"/>
            <ac:spMk id="8" creationId="{4D2EE8DF-0C03-A9DC-8278-DE7735E9815F}"/>
          </ac:spMkLst>
        </pc:spChg>
        <pc:spChg chg="del">
          <ac:chgData name="Roee Orland" userId="46431a2e-9a0f-42fd-88b4-1d0818eee711" providerId="ADAL" clId="{0E827F30-DD43-443C-8F1B-BAC9BD410B72}" dt="2026-03-11T06:38:04.563" v="514" actId="478"/>
          <ac:spMkLst>
            <pc:docMk/>
            <pc:sldMk cId="3798330974" sldId="396"/>
            <ac:spMk id="9" creationId="{F398141F-6C7C-5B48-5965-D65C5BA66444}"/>
          </ac:spMkLst>
        </pc:spChg>
      </pc:sldChg>
      <pc:sldChg chg="addSp delSp modSp add mod">
        <pc:chgData name="Roee Orland" userId="46431a2e-9a0f-42fd-88b4-1d0818eee711" providerId="ADAL" clId="{0E827F30-DD43-443C-8F1B-BAC9BD410B72}" dt="2026-03-11T06:42:22.812" v="808" actId="1038"/>
        <pc:sldMkLst>
          <pc:docMk/>
          <pc:sldMk cId="3843248636" sldId="397"/>
        </pc:sldMkLst>
        <pc:spChg chg="mod">
          <ac:chgData name="Roee Orland" userId="46431a2e-9a0f-42fd-88b4-1d0818eee711" providerId="ADAL" clId="{0E827F30-DD43-443C-8F1B-BAC9BD410B72}" dt="2026-03-11T06:39:34.056" v="591" actId="122"/>
          <ac:spMkLst>
            <pc:docMk/>
            <pc:sldMk cId="3843248636" sldId="397"/>
            <ac:spMk id="3" creationId="{9D4A384D-C85C-D839-FFD7-9872C988639F}"/>
          </ac:spMkLst>
        </pc:spChg>
        <pc:picChg chg="del">
          <ac:chgData name="Roee Orland" userId="46431a2e-9a0f-42fd-88b4-1d0818eee711" providerId="ADAL" clId="{0E827F30-DD43-443C-8F1B-BAC9BD410B72}" dt="2026-03-11T06:40:22.096" v="592" actId="478"/>
          <ac:picMkLst>
            <pc:docMk/>
            <pc:sldMk cId="3843248636" sldId="397"/>
            <ac:picMk id="4" creationId="{1955BB4B-272B-B65D-5963-D3BBF4A855FC}"/>
          </ac:picMkLst>
        </pc:picChg>
        <pc:picChg chg="add mod">
          <ac:chgData name="Roee Orland" userId="46431a2e-9a0f-42fd-88b4-1d0818eee711" providerId="ADAL" clId="{0E827F30-DD43-443C-8F1B-BAC9BD410B72}" dt="2026-03-11T06:42:22.812" v="808" actId="1038"/>
          <ac:picMkLst>
            <pc:docMk/>
            <pc:sldMk cId="3843248636" sldId="397"/>
            <ac:picMk id="5" creationId="{F5F3AFC9-1510-18C9-AFE6-F59A316DEB96}"/>
          </ac:picMkLst>
        </pc:picChg>
        <pc:picChg chg="del">
          <ac:chgData name="Roee Orland" userId="46431a2e-9a0f-42fd-88b4-1d0818eee711" providerId="ADAL" clId="{0E827F30-DD43-443C-8F1B-BAC9BD410B72}" dt="2026-03-11T06:40:24.502" v="593" actId="478"/>
          <ac:picMkLst>
            <pc:docMk/>
            <pc:sldMk cId="3843248636" sldId="397"/>
            <ac:picMk id="7" creationId="{59667DD1-400B-DC87-0299-E8C167D87C6E}"/>
          </ac:picMkLst>
        </pc:picChg>
        <pc:picChg chg="add mod">
          <ac:chgData name="Roee Orland" userId="46431a2e-9a0f-42fd-88b4-1d0818eee711" providerId="ADAL" clId="{0E827F30-DD43-443C-8F1B-BAC9BD410B72}" dt="2026-03-11T06:42:17.547" v="787" actId="1038"/>
          <ac:picMkLst>
            <pc:docMk/>
            <pc:sldMk cId="3843248636" sldId="397"/>
            <ac:picMk id="9" creationId="{4A3082B0-8766-3A71-D89E-48E67DC0EDF3}"/>
          </ac:picMkLst>
        </pc:picChg>
      </pc:sldChg>
      <pc:sldChg chg="addSp delSp modSp add mod">
        <pc:chgData name="Roee Orland" userId="46431a2e-9a0f-42fd-88b4-1d0818eee711" providerId="ADAL" clId="{0E827F30-DD43-443C-8F1B-BAC9BD410B72}" dt="2026-03-11T07:01:55.249" v="841" actId="20577"/>
        <pc:sldMkLst>
          <pc:docMk/>
          <pc:sldMk cId="93786162" sldId="398"/>
        </pc:sldMkLst>
        <pc:spChg chg="mod">
          <ac:chgData name="Roee Orland" userId="46431a2e-9a0f-42fd-88b4-1d0818eee711" providerId="ADAL" clId="{0E827F30-DD43-443C-8F1B-BAC9BD410B72}" dt="2026-03-11T07:01:55.249" v="841" actId="20577"/>
          <ac:spMkLst>
            <pc:docMk/>
            <pc:sldMk cId="93786162" sldId="398"/>
            <ac:spMk id="3" creationId="{2E621D13-1CDB-1EE9-583E-EBC82E701A85}"/>
          </ac:spMkLst>
        </pc:spChg>
        <pc:picChg chg="add mod">
          <ac:chgData name="Roee Orland" userId="46431a2e-9a0f-42fd-88b4-1d0818eee711" providerId="ADAL" clId="{0E827F30-DD43-443C-8F1B-BAC9BD410B72}" dt="2026-03-11T07:01:29.226" v="839" actId="1076"/>
          <ac:picMkLst>
            <pc:docMk/>
            <pc:sldMk cId="93786162" sldId="398"/>
            <ac:picMk id="4" creationId="{265FDA07-3051-5E69-5F9B-8C695605BF5E}"/>
          </ac:picMkLst>
        </pc:picChg>
        <pc:picChg chg="del">
          <ac:chgData name="Roee Orland" userId="46431a2e-9a0f-42fd-88b4-1d0818eee711" providerId="ADAL" clId="{0E827F30-DD43-443C-8F1B-BAC9BD410B72}" dt="2026-03-11T07:01:04.942" v="834" actId="478"/>
          <ac:picMkLst>
            <pc:docMk/>
            <pc:sldMk cId="93786162" sldId="398"/>
            <ac:picMk id="5" creationId="{2EC95D2A-D6E8-742E-5B47-7E927B389DB2}"/>
          </ac:picMkLst>
        </pc:picChg>
        <pc:picChg chg="add mod">
          <ac:chgData name="Roee Orland" userId="46431a2e-9a0f-42fd-88b4-1d0818eee711" providerId="ADAL" clId="{0E827F30-DD43-443C-8F1B-BAC9BD410B72}" dt="2026-03-11T07:01:32.561" v="840" actId="1076"/>
          <ac:picMkLst>
            <pc:docMk/>
            <pc:sldMk cId="93786162" sldId="398"/>
            <ac:picMk id="8" creationId="{EF9DFD5B-0253-1A5B-4E69-3A4D6EFA69A4}"/>
          </ac:picMkLst>
        </pc:picChg>
        <pc:picChg chg="del">
          <ac:chgData name="Roee Orland" userId="46431a2e-9a0f-42fd-88b4-1d0818eee711" providerId="ADAL" clId="{0E827F30-DD43-443C-8F1B-BAC9BD410B72}" dt="2026-03-11T07:01:06.949" v="835" actId="478"/>
          <ac:picMkLst>
            <pc:docMk/>
            <pc:sldMk cId="93786162" sldId="398"/>
            <ac:picMk id="9" creationId="{6A92D758-7510-8FF2-EEA4-1709DB0E8F97}"/>
          </ac:picMkLst>
        </pc:picChg>
      </pc:sldChg>
      <pc:sldChg chg="addSp delSp modSp add mod">
        <pc:chgData name="Roee Orland" userId="46431a2e-9a0f-42fd-88b4-1d0818eee711" providerId="ADAL" clId="{0E827F30-DD43-443C-8F1B-BAC9BD410B72}" dt="2026-03-11T07:14:00.105" v="966" actId="1038"/>
        <pc:sldMkLst>
          <pc:docMk/>
          <pc:sldMk cId="2431967013" sldId="399"/>
        </pc:sldMkLst>
        <pc:picChg chg="del">
          <ac:chgData name="Roee Orland" userId="46431a2e-9a0f-42fd-88b4-1d0818eee711" providerId="ADAL" clId="{0E827F30-DD43-443C-8F1B-BAC9BD410B72}" dt="2026-03-11T07:12:37.981" v="843" actId="478"/>
          <ac:picMkLst>
            <pc:docMk/>
            <pc:sldMk cId="2431967013" sldId="399"/>
            <ac:picMk id="4" creationId="{79202ECB-07B8-AAE6-769C-A9929B199ACF}"/>
          </ac:picMkLst>
        </pc:picChg>
        <pc:picChg chg="add mod">
          <ac:chgData name="Roee Orland" userId="46431a2e-9a0f-42fd-88b4-1d0818eee711" providerId="ADAL" clId="{0E827F30-DD43-443C-8F1B-BAC9BD410B72}" dt="2026-03-11T07:13:33.522" v="901" actId="1037"/>
          <ac:picMkLst>
            <pc:docMk/>
            <pc:sldMk cId="2431967013" sldId="399"/>
            <ac:picMk id="5" creationId="{82EC0011-5E0C-F4D6-F8E7-67719BFFD886}"/>
          </ac:picMkLst>
        </pc:picChg>
        <pc:picChg chg="del">
          <ac:chgData name="Roee Orland" userId="46431a2e-9a0f-42fd-88b4-1d0818eee711" providerId="ADAL" clId="{0E827F30-DD43-443C-8F1B-BAC9BD410B72}" dt="2026-03-11T07:12:41.395" v="844" actId="478"/>
          <ac:picMkLst>
            <pc:docMk/>
            <pc:sldMk cId="2431967013" sldId="399"/>
            <ac:picMk id="8" creationId="{E161DD66-3429-587D-0EA0-422D786FD379}"/>
          </ac:picMkLst>
        </pc:picChg>
        <pc:picChg chg="add mod">
          <ac:chgData name="Roee Orland" userId="46431a2e-9a0f-42fd-88b4-1d0818eee711" providerId="ADAL" clId="{0E827F30-DD43-443C-8F1B-BAC9BD410B72}" dt="2026-03-11T07:14:00.105" v="966" actId="1038"/>
          <ac:picMkLst>
            <pc:docMk/>
            <pc:sldMk cId="2431967013" sldId="399"/>
            <ac:picMk id="9" creationId="{7A1B3301-A0F0-B1D6-3CE6-8097CD77838E}"/>
          </ac:picMkLst>
        </pc:picChg>
      </pc:sldChg>
      <pc:sldChg chg="add">
        <pc:chgData name="Roee Orland" userId="46431a2e-9a0f-42fd-88b4-1d0818eee711" providerId="ADAL" clId="{0E827F30-DD43-443C-8F1B-BAC9BD410B72}" dt="2026-03-11T13:55:54.073" v="967"/>
        <pc:sldMkLst>
          <pc:docMk/>
          <pc:sldMk cId="2427698950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910DF-2699-4B95-9425-A1C9AB122C9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9C28D-D497-42E3-BC4E-B16E918ACB6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82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79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4618-789B-346A-5373-E573FF56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942B-90C4-5614-19BF-E46FBC0B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73A77-EDCF-B4AD-F7E7-10937504E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1BBA1-C107-628A-87D9-AFFE61856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801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3767-8AC1-A5F8-0451-1730DDE3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AAC7C-FAFA-3E95-8591-D4D30AE76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83357-2363-AEEC-CEB0-296FD89A7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F4750-6523-067D-3CF9-84569B266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2925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62B7-876D-5DFB-3FEF-25CFEDBD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0E4B2-08D6-4864-E130-2636F3BB8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1037B-84E4-8E5D-168D-9C91B1EA6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91108-5E9F-2120-2010-7B623EC1B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521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940D-FC96-1BD3-CE96-F0F658FA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B7AFE-F064-C348-8C66-4D6B9955C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83E05-61F4-5028-A88E-84C2A240A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852E0-45A6-4522-93F3-B149680A6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4989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7D42-6347-26F8-8685-3AA25A58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04AE5-4DE4-A6C5-BDD1-80253C3A8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EF17B-892E-34F8-502F-C3BF383F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7BAE-BE01-DAF4-604C-881F13F34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4087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A5E0-2CDC-594A-EAB8-ABFF856B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B2DB2-370F-49D7-D1D7-9C5105C1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61D46-0BF6-0CD5-A77C-8F74C363F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73D60-E37E-F921-8676-8896B9E98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5269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9E1D-6C8B-73ED-8EA1-AECC61FB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96E57-641A-BE94-071F-CBF516D8A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D8535-075A-AA0F-FF90-3AF06C35F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4FD7-F618-0463-BDBC-ECFE552BA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9934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6D17-117D-B35D-12B2-97C8D0B5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1AD34-3404-240E-3103-77D56D107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5FAF2-C6CC-810B-0A95-945F98DAC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4ECD8-9588-340B-5E1F-795852DA7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253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8D66-AE9A-D3AB-1E7E-2BC91B87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7A681-925C-9D6D-3133-48F719A6B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07FF-2019-8757-AF3B-4D0D80857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DD962-E143-DF02-614E-DE49BF80A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2937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9C27-248F-8D87-A60F-B6D68F63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EBC8A-5E5A-CE2E-D9A5-9945546DC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D110E-1D43-9199-9BF8-14D20AC20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ACA75-8812-A4BF-71C3-3AE32950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4387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132D-B1EF-560E-38CC-AD017B74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35C27-139C-C797-D4F7-EA0F9ADC5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490E2-0C9B-CAF3-0ADA-621F5B84C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CACD8-D167-2B72-F122-581B37793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295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F740-EF81-E1FA-4E8B-2A3491D5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4C22C-5A0F-F69B-1BBC-FA2A1565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77590-5FCF-F8B7-B313-752E3001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9ED11-A8BE-5C9C-0F89-848C22194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4553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2F7E-45BB-9080-D059-1F538F4C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ECB41-980E-500A-817F-088A8A442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850A7-EC8B-2CC0-7846-613E75683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E707-B324-7C32-3055-CB45F1111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6762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8369-41E9-A244-B714-AEFCF96E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3BA14-2CD5-AC21-CD8F-6AC5E3F4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CA3BB-2C90-FCE0-FD40-4FC169811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4A327-BC13-6E05-9727-EC1EB6214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5837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2C30-F86D-C72B-D918-AC148588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D7A78-D9EB-ECD2-D044-996A0A010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3B420-F045-068B-4E4F-8DE12C8CE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DDF72-4858-5E82-A6DD-6D0ECC5D4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1139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4AF5-29A0-0AAD-D68A-B89E5951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E43C4-F2D3-BD6D-7BCA-F4FE559DB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F4532-2DCA-8729-4D6B-68ADBDFF3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3DDA2-D869-01B0-786A-49079F906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3559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43FA-151E-2CEB-0034-913BEA18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16D6C-C623-B5C7-0467-DE8C866D8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C0D1B-2910-4609-430D-88690098B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E4CB0-FE00-CE80-D779-1B3037860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907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59B3-6469-6761-CFE1-E4D9863C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567B4-FD29-FA17-B8B8-747E25AEC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B00C1-DA22-8B0A-2351-DBE57FDA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104B5-DF45-161B-A5D8-CD5CDF5DB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5290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AC41-E8F6-835B-C1A3-CA6EFFDD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69F1B-C73A-0DDE-E4CF-AB5C31578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6693B-93BD-B583-482D-989E0FA3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7F78B-B059-D6B6-B5E8-A23D52A2C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45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5867-C300-D7B7-96D7-E0CEE3B5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0A698-F5EB-83CE-DA56-6D85E0B93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B17A5-44D3-331B-463B-1B5C9189B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CBE8-A556-73A7-D75F-0BFB3877A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8458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F8C3-E840-0E9F-AE8E-38DE86E6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37A94-E9C4-6E61-318E-BD38FEAB4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A334C-3D02-E6C4-A6E1-F2556881C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DD74D-BAC5-0F9F-6FB2-41828AC09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962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9482-F745-938E-3DFF-E5B8B186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F68E1-4BBA-3E8C-6D3D-F386D0780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9E1BC-EF6D-8EAA-C23F-20F34E6B2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EC6F3-BE2E-2353-9BB7-D208D5F8E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9369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FD2E8-DE75-EB40-4CF2-87AF7C43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F1AB8-018F-BA7B-F71B-4890CD8D1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14520-DD88-D0B8-90A3-1DF38705B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58B5-3DB5-E463-DAE8-08B50AE35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3179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F351-922F-E133-FC6E-C5CE46C9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98D2-54A1-D4F4-0A95-3BA357926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95714-F107-9B5A-A58E-8F03B54D0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65D73-F42F-768B-EF0E-D60C8D7BB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6705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50F2-68EE-462F-C927-9EC93B84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82B89-C490-6083-A3CC-F2FD24980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E21F1-2E24-E6E5-355A-7469E5B43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D11A5-7F93-DA8A-648A-C2E5399CD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35977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0D7E-1899-81A9-FAA5-899E17D4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AC561-2B75-E218-FAB4-AF61B912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11792-34C0-B6C1-2899-14C7C70D5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DEBD8-565B-7788-69C3-F2C7BCB20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195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8778-0D5D-FA7B-D09F-8A86A5B5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65BB3-913E-FA2A-92FF-C39DF461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938D2-8376-ADB5-2DD3-01CD0C9D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9786D-BA07-9DC3-28B9-EDA5122D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C9E4B-4A65-E8D7-BBB9-6340AFE6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787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A819-AEA8-2B95-D5FC-755BFE0F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FFD1-E482-797D-8B90-608B732E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0A76-9F48-DE73-43BD-C4B0B9EF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A0E0-320E-C84F-F6D6-0AC55216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1DA7F-6861-72BB-F1B0-4DAD5869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574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1AA3-6673-5FA6-2030-996602C9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C9150-7411-7910-F2A1-6A6894746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11753-5E81-942A-40AC-8EFF7BD2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63355-F1F6-C4B4-673E-CCFA8DD0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DC4F7-1DA8-81FA-2CDF-6ACC405C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845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A896-73FE-ECD0-0B8C-75D78F38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BA40-D00C-6D3F-5492-39E0412EA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A1198-0FAB-7370-A107-AE2F3CE2E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93256-7047-57B2-4243-E8228EB5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65183-3FE9-A975-448F-1760EDC8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9C9C9-6A0C-7B18-3396-F29983B2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433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FFBB-0382-A8B2-7403-FA9838E0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0E74-ED4A-AB62-EE5C-236B7A38D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3EA02-579B-06CB-8913-0718E7C00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76599-74DD-3AC4-0951-F97DAB199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B7227-4E46-FCF7-9FB2-F371E58DF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E9EB1-E4CD-A03A-D19E-F36FFD2A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4D0CC-AF1D-202F-DFFB-2E2860EE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C1C0B-6708-2708-DEFB-C2E8E30E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723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13B3-FAF2-FA09-ABE4-C7145503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19048-DAE5-22C7-94E8-8780BB81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F1C90-ABA2-C98C-0086-DA25DEDD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2E7ED-89F9-B349-5023-051B3B7D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669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890D6-CE0D-8A6D-5D59-2A5DE330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BD628-CD98-8AA8-905B-377E3556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FE9A4-F835-A36E-3847-30935E4A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947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ECD6-6A93-CDEA-F395-44AC891F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91447-FD40-BD05-B9AD-A785486ED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D9685-EF61-5B57-E005-982C3BB0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10437-F86B-28E3-BA16-8EBE717B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E7C8F-DDB9-862A-E31A-EC48C286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AA5BE-4738-9AC4-6DFF-A1C7F56E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25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F98F2-F824-0264-3012-93B4583CC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B513F-42AB-4D69-E19E-0040EC836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CBD2-7618-A04A-79F6-CBFF3DBE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EA70A-B5C7-B80E-5E78-2A9984DA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01432-D24C-D921-9C0E-94BE64A7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83772-1A58-BD37-B77E-C2D6953D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07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EACA-EB1A-1B0C-F2B6-31560ABD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7B600-1317-EEE7-0BBF-3A494C78D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FC65-1985-7E55-04E5-9AF6ACD2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2141A-CBBE-5841-2BD4-6463D688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712BC-A171-B6F8-578D-D0967761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102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0F16B-8CED-FC2F-F962-3959F6530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2C0F8-20C9-464E-E56D-B35C0B938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28B6-3230-E067-A4FF-25B55E23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0859-7A3A-52C5-F75E-44AE63CC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6959-9C3D-4C98-9BF2-FC51525B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653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- 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EFEE967-EC4C-A40E-961E-DB764F2B5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849" y="1938336"/>
            <a:ext cx="9030288" cy="2227264"/>
          </a:xfrm>
        </p:spPr>
        <p:txBody>
          <a:bodyPr/>
          <a:lstStyle>
            <a:lvl1pPr>
              <a:lnSpc>
                <a:spcPct val="98000"/>
              </a:lnSpc>
              <a:defRPr sz="7250" spc="125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38262F-4249-3156-ABF6-7E567B88F7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022" y="4635500"/>
            <a:ext cx="1930518" cy="33855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Name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610D8FAE-CE21-412C-A9E1-B7A7CE78A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5437" y="4635500"/>
            <a:ext cx="2438557" cy="33855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26D1E11A-C094-3679-8354-18D2A1AE9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7540" y="4635500"/>
            <a:ext cx="355631" cy="3810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|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A233C2-B390-182B-AF80-8DAF55AFEEEC}"/>
              </a:ext>
            </a:extLst>
          </p:cNvPr>
          <p:cNvCxnSpPr>
            <a:cxnSpLocks/>
          </p:cNvCxnSpPr>
          <p:nvPr userDrawn="1"/>
        </p:nvCxnSpPr>
        <p:spPr>
          <a:xfrm>
            <a:off x="1912744" y="1938336"/>
            <a:ext cx="0" cy="2163764"/>
          </a:xfrm>
          <a:prstGeom prst="line">
            <a:avLst/>
          </a:prstGeom>
          <a:ln w="142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whit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BD5E278-59E1-93F0-2FC3-5730E516BC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018" y="307323"/>
            <a:ext cx="1987679" cy="27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85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,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D5F133B-4ED6-7938-1B78-574EF93CBA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51406" y="1533049"/>
            <a:ext cx="4584998" cy="4455001"/>
          </a:xfrm>
          <a:prstGeom prst="roundRect">
            <a:avLst>
              <a:gd name="adj" fmla="val 6800"/>
            </a:avLst>
          </a:prstGeom>
          <a:solidFill>
            <a:schemeClr val="bg1"/>
          </a:solidFill>
          <a:effectLst>
            <a:outerShdw blurRad="596580" dist="38100" dir="5400000" algn="t" rotWithShape="0">
              <a:schemeClr val="accent2">
                <a:alpha val="18000"/>
              </a:schemeClr>
            </a:outerShdw>
          </a:effectLst>
        </p:spPr>
        <p:txBody>
          <a:bodyPr/>
          <a:lstStyle>
            <a:lvl1pPr>
              <a:defRPr sz="100" b="0" i="0">
                <a:noFill/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77E8BDB-DFE8-B499-4953-765ADBC32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1413" y="150191"/>
            <a:ext cx="10605236" cy="5140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Lorem ipsum dolor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152D2D4C-8427-DC06-BC1A-C701E62112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1413" y="651835"/>
            <a:ext cx="10605241" cy="35945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 b="0" i="0" spc="-30" baseline="0">
                <a:solidFill>
                  <a:schemeClr val="bg1"/>
                </a:solidFill>
                <a:latin typeface="Century Gothic" panose="020B0502020202020204" pitchFamily="34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289F90E-2173-7F7F-3BEB-7E89C34BA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1468" y="1719968"/>
            <a:ext cx="5613765" cy="415498"/>
          </a:xfrm>
        </p:spPr>
        <p:txBody>
          <a:bodyPr/>
          <a:lstStyle>
            <a:lvl1pPr marL="0" indent="0">
              <a:buNone/>
              <a:defRPr sz="2100" b="1" i="0">
                <a:solidFill>
                  <a:srgbClr val="101820"/>
                </a:solidFill>
              </a:defRPr>
            </a:lvl1pPr>
          </a:lstStyle>
          <a:p>
            <a:pPr lvl="0"/>
            <a:r>
              <a:rPr lang="en-US" dirty="0"/>
              <a:t>Lorem ipsum dolor</a:t>
            </a:r>
          </a:p>
        </p:txBody>
      </p:sp>
      <p:pic>
        <p:nvPicPr>
          <p:cNvPr id="11" name="Picture 10" descr="A picture containing graphics, font, graphic design, screenshot&#10;&#10;Description automatically generated">
            <a:extLst>
              <a:ext uri="{FF2B5EF4-FFF2-40B4-BE49-F238E27FC236}">
                <a16:creationId xmlns:a16="http://schemas.microsoft.com/office/drawing/2014/main" id="{A169D95F-1395-7328-E8ED-01F3C03E1E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572" y="6471306"/>
            <a:ext cx="1332601" cy="184431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5882217-E58A-3C6E-B7CD-8D71517B59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5871EF-5E64-201B-63CB-76D82381E282}"/>
              </a:ext>
            </a:extLst>
          </p:cNvPr>
          <p:cNvCxnSpPr>
            <a:cxnSpLocks/>
          </p:cNvCxnSpPr>
          <p:nvPr userDrawn="1"/>
        </p:nvCxnSpPr>
        <p:spPr>
          <a:xfrm>
            <a:off x="762050" y="212802"/>
            <a:ext cx="0" cy="715879"/>
          </a:xfrm>
          <a:prstGeom prst="line">
            <a:avLst/>
          </a:prstGeom>
          <a:ln w="920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411742-1CAB-FB67-5A9A-3CA1149AA6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175467"/>
            <a:ext cx="5613765" cy="1308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8358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D3DE6-06B3-EB7B-22DF-DD9C6582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86CD7-17B9-AE19-D024-D51E59FC0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1876C-0062-9D81-F7E9-576A0D4F8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5C4D9-7C99-6374-D086-50DC465FB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2CBEC-9D3B-E66E-2253-6907B8DA6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05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4AD278-1C18-D996-9D71-A59C0B35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Streck Bridging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B4F413-E9ED-B5EC-EB70-F64516DE1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Roee Orland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245A4E-F569-590B-CA82-17A04DBEFA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10/03/2026</a:t>
            </a:r>
            <a:endParaRPr lang="en-I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C2B668-3EB1-4A7F-57E4-C810D24520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1199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FC6A-5E9E-B84C-A5C9-6497323A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358F27-E46C-3943-C12B-871D3296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  <a:endParaRPr lang="en-I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1D0F9-A497-7F7F-64F2-54B4307F56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6A80DE-DB28-C27A-ECA9-1E37B17F6D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The SomaLogic Process 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0C2B-BA14-6A4C-EF2E-73F66846A4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07EA43-8A24-7783-EAF8-58ACDB4873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 plate is read into text files comprised of RFU readings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These files undergo a series of non-linear normalization steps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Final readings are used as input to </a:t>
            </a:r>
            <a:r>
              <a:rPr lang="en-US" dirty="0" err="1">
                <a:latin typeface="Aptos" panose="020B0004020202020204" pitchFamily="34" charset="0"/>
              </a:rPr>
              <a:t>Oncohost</a:t>
            </a:r>
            <a:r>
              <a:rPr lang="en-US" dirty="0">
                <a:latin typeface="Aptos" panose="020B0004020202020204" pitchFamily="34" charset="0"/>
              </a:rPr>
              <a:t> models (</a:t>
            </a:r>
            <a:r>
              <a:rPr lang="en-US" dirty="0" err="1">
                <a:latin typeface="Aptos" panose="020B0004020202020204" pitchFamily="34" charset="0"/>
              </a:rPr>
              <a:t>PROphet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0961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7DF6-7D7D-D9D7-5707-1F067737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31537C-C55D-38BE-E942-EFC32FB0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19BF77-502B-DA60-A82C-774EEC2912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Current Challenge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5DFE-4F87-7032-EC17-7B49A20A02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DD3165-FCE7-4D28-AA08-769112C65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When switching collection methods RFU readings are shifted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To effectively apply our </a:t>
            </a:r>
            <a:r>
              <a:rPr lang="en-US" dirty="0" err="1">
                <a:latin typeface="Aptos" panose="020B0004020202020204" pitchFamily="34" charset="0"/>
              </a:rPr>
              <a:t>PROphet</a:t>
            </a:r>
            <a:r>
              <a:rPr lang="en-US" dirty="0">
                <a:latin typeface="Aptos" panose="020B0004020202020204" pitchFamily="34" charset="0"/>
              </a:rPr>
              <a:t> models we need to be able to translate the new (Streck-based) readings into their EDTA-based equivalents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6294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8F51-4700-0B47-8349-EF34B8E7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15C9E4-A102-0A83-6C1B-B4F51774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19125"/>
            <a:ext cx="93916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0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40BB-DB3F-E268-292A-11EBD458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1BB66-3817-3B94-C453-ED64B985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19125"/>
            <a:ext cx="93916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8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06E75-D709-0CD0-E4CC-5925A03C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83AFB3-3B58-7257-E49F-A4436778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482ADC-9302-B424-9704-DD61AF89D0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Current Solution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0D180-1B1A-54CE-D0A8-D8BF23598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CF3EF-2147-8162-1B76-DB6B7FE35F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Linear bridging  - multiplying Streck results by ratio of medians between historical EDTA and Streck values per protein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Applied post-normalization (after SL pipeline has been completed)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3496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163B1-1894-DCF2-68AD-B37BDA18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E7D11C-B79C-895D-379A-B4B540F8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279AD-C4F6-09F8-4A77-99DE4C534F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Issues with Current Solution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4F72-1B73-1558-86E0-A20EBBF953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EC1FCA-FF43-919B-128A-61095755FD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Flags – Raw Streck readings undergoing SL normalization raise flags during SL’s ANML normalization stage (last stage of SL normalization)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Strong possibility that non-linear effects of normalization steps significantly reduce signal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5253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71B9-52FB-042F-56B6-BB6D71CC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ED994D-C8F6-327A-B89B-FF01D2BE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Solution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2EC441-D4C0-107C-C5EA-6819DD5C60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Pre-hybridization bridging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2079-A532-F6B3-88FB-26C3597411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AB43F7-91FF-ED6D-37CB-6AFB791DF0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Address the effects of the new collection method before normalization effects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Physically more appropriate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Reduces possibility of method-based flags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673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DF2D-A3B1-C9EE-D8A9-666378F6F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21833-B6E7-2510-BED0-B764B37D9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results of pre-hybridization bridging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64A0-C398-6FDF-2F25-9844D8060E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9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1F77A-C2B9-06F8-AE07-6F6A68880719}"/>
              </a:ext>
            </a:extLst>
          </p:cNvPr>
          <p:cNvSpPr txBox="1"/>
          <p:nvPr/>
        </p:nvSpPr>
        <p:spPr>
          <a:xfrm>
            <a:off x="793382" y="1591056"/>
            <a:ext cx="106052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200" dirty="0">
                <a:latin typeface="Aptos" panose="020B0004020202020204" pitchFamily="34" charset="0"/>
              </a:rPr>
              <a:t>Pre-normalization assessment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3E97A-913C-7669-6E64-AABD70C0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212848"/>
            <a:ext cx="7591742" cy="45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4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D617-44C9-8C1B-D0B8-5D3E9D8F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B10E7-BB06-3B63-0A3E-FE4F578C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results of pre-hybridization bridging - continued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59363-8DD9-2281-E0F1-6CA6085DA8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10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E015E-EAB3-E203-4C70-C3B24B40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63" y="1238250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2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1061-2C81-D4DF-6D0D-795A2697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D03B9-515B-29B4-2CEB-65D17DDE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1BF1-79B7-A136-BC1C-775205FF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B3662-9975-1822-740B-86280E7B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A7DA-76CE-CCD0-19FD-982E442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CE4F5-2C0D-7F62-ECF1-F539A8C9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80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FA9B-A4CF-1F76-91D4-959EB550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D46B9-A975-C3A8-E525-E1D5A35E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2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3C87-F070-897D-89B2-4230FAF3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A8E11-CAF2-FF5A-7E55-FBE81C32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28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F0ABA-C190-B558-8D00-8D7E9F53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9E1387-EA05-AE7B-C18E-00FD1D84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Post-normalization results of pre-hybridization bridging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2996D-A4C5-5C54-EDA1-15A4DFDDF7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16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F26C1-3EF9-65A9-7BEE-ED8C1B5886EF}"/>
              </a:ext>
            </a:extLst>
          </p:cNvPr>
          <p:cNvSpPr txBox="1"/>
          <p:nvPr/>
        </p:nvSpPr>
        <p:spPr>
          <a:xfrm>
            <a:off x="793382" y="1591056"/>
            <a:ext cx="106052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200" dirty="0">
                <a:latin typeface="Aptos" panose="020B0004020202020204" pitchFamily="34" charset="0"/>
              </a:rPr>
              <a:t>Post-normalization assessment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05472-96DD-5D02-0728-91721ED4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2184655"/>
            <a:ext cx="7148512" cy="42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4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B723-6154-6A83-310A-3D5C4500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9AC45-7E6B-E3BD-2B02-19104837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619125"/>
            <a:ext cx="94297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9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6B58-9B09-A559-49DF-E9602BFF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6AEB93-2808-4492-8101-D90A50CD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7A09-8A1A-5102-C8E9-B35EB408B6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18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D3B41-8117-B6FB-16CA-92FCEE7A0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63" y="1279440"/>
            <a:ext cx="6151983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785AA-9FED-FFE5-CDC2-2A520B52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601" y="1279440"/>
            <a:ext cx="552697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6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FF86-B24B-82D0-374D-D9B8EF99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926C4-6FA8-6A40-EA1C-F4393DDE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6BC4B-BA1A-30DF-2B4B-42A69166D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19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4544F1-A7AC-B416-1D42-B3F857449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225" y="1316595"/>
            <a:ext cx="6342896" cy="447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5ED8EF-8B59-D7EE-A783-BAD32637D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670" y="1316595"/>
            <a:ext cx="545752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90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5DAC-7DC9-0B42-0031-17115087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DD69BE-0FAD-F2F2-9535-43AD21CF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FE46A-CEE1-7C3A-34BB-3036525A15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20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C9883-620F-E9C6-A563-C03D28B3F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6221"/>
            <a:ext cx="6179419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614C0D-0EC4-4537-9466-4DF85C3B3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419" y="1326221"/>
            <a:ext cx="561152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8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3C32-EF99-E817-575C-9DA75B57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A4F59-F63C-1516-2580-65C55A9D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C2E1E-DC64-36B3-C0B5-24F6F613B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21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C261B-BAC5-83EE-77C7-DE9F1A91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155" y="1277253"/>
            <a:ext cx="6247950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AB0BE5-73B8-76F2-3C73-9D11A7879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94" y="1277253"/>
            <a:ext cx="547677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0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2801-401A-443C-BA4F-BEDBB227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D601CC-188A-4057-6C4F-FD2F0A7A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D797-6672-683F-7F19-1108C1BBEF8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22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D613B0-F103-D5F5-F5F7-241FFFF0F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751" y="1277252"/>
            <a:ext cx="6457799" cy="447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085AEB-4619-133B-CDE6-55A6CD951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418" y="1277252"/>
            <a:ext cx="5457776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44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0CF0-8FE6-8C32-0D8D-B991CB46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C08801-CF2F-59C8-B877-E44B951E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F9C9F-542F-3DC5-B27D-F86EBB6E352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23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501A8-18C8-C4A0-1C2D-B65E4CBD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77252"/>
            <a:ext cx="6323798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B10AE-4B90-1140-4D80-4AC135E74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77252"/>
            <a:ext cx="5569819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61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244-1BB0-3A08-25C6-28B44B09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631FEA-670C-7BE5-8F20-112C520E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F62E-0609-3958-9CF9-A2A5262F1A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24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A7E11-431E-3E44-8BF8-FDCDA203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306" y="1277253"/>
            <a:ext cx="6515852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39C53-4CF6-4F66-8A54-B06CBDA52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545" y="1277253"/>
            <a:ext cx="54960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22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B4B2-729A-B736-703F-63CCA3E0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97931-1BE9-AE3C-7DB1-A848BA5F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AB1ED-E176-703A-C784-560A22D29F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25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6637E-284C-6C99-C5FF-2E2EDA573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7252"/>
            <a:ext cx="6198669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09169-85F1-C1B4-BAB5-E79D2567C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669" y="1277252"/>
            <a:ext cx="543827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83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E56C-8FB4-095E-2CC2-B09CDAEA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FCC241-8AFE-AF9D-C1BF-0E1DFD5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0F20-7690-799A-AB9B-45379F0E71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26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C7E5-D197-DBB0-5B5B-06C70C268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54" y="1277252"/>
            <a:ext cx="6286150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BD66B2-D547-C8C9-0B44-5A8AB33A7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95" y="1277252"/>
            <a:ext cx="545752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62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BE43-143D-C987-90A7-B369300A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BCBD06-CD29-A121-C5FE-F457A2DB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6E94-120A-6D54-045E-430FAA25F1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27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91AAA-BA92-2D92-1A5D-917C982A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9505" y="1258002"/>
            <a:ext cx="6602179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CB94E4-FFCE-0F4B-C048-B52E4D5DC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294" y="1231533"/>
            <a:ext cx="54385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89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406D-B144-DA44-68AB-10800EB5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427FC-E927-17F9-2131-5185413B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Bridging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98330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E6BA-7F9A-1179-BA3B-8F6292B9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7EFAC5-A06F-3C6E-8B09-685187EF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Spearman effects of SL normalization – overall and RAPs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973A-C100-F076-380D-10317E798F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29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B328A-9EEF-6FE3-5840-31187655B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1" y="1262063"/>
            <a:ext cx="5165987" cy="3338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A7607-5584-5F6C-7905-0AE191D8B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848" y="1262063"/>
            <a:ext cx="4997212" cy="33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98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8412-6E12-9FD7-50BA-014D1582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4A384D-C85C-D839-FFD7-9872C988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Spearman effects of SL normalization – overall and RAPs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A6CB-064E-6679-FC01-CDB7213BFA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30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3AFC9-1510-18C9-AFE6-F59A316D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1" y="1262063"/>
            <a:ext cx="5165987" cy="3338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3082B0-8766-3A71-D89E-48E67DC0E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848" y="1262063"/>
            <a:ext cx="4997212" cy="33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48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9A9E-755D-0541-4F25-92AF4B1A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621D13-1CDB-1EE9-583E-EBC82E70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Matched samples -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E2029-EF04-F994-9703-D5FF42F556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31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FDA07-3051-5E69-5F9B-8C695605B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4127"/>
            <a:ext cx="5314950" cy="433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DFD5B-0253-1A5B-4E69-3A4D6EFA6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52" y="1484284"/>
            <a:ext cx="52768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6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DDA7-183C-27EE-6CD2-C1E39296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141557-9C36-0355-234B-3F6ED1DC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Matched samples -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69A01-8DFC-6AF6-04EA-21D112B6083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32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C0011-5E0C-F4D6-F8E7-67719BFFD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31" y="1571625"/>
            <a:ext cx="3714750" cy="371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B3301-A0F0-B1D6-3CE6-8097CD778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706" y="1571625"/>
            <a:ext cx="371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67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8554-062A-FD14-137F-06D7EBF3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170F7D-374E-C256-F91C-3D4AC857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Results analysis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88AE-BC56-F4D6-315D-A4A557CC68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33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5A708B-CFB3-F82C-6308-919671F0B7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Pre-hybridization bridging does good job of reducing pre-normalization differences</a:t>
            </a:r>
          </a:p>
          <a:p>
            <a:r>
              <a:rPr lang="en-US"/>
              <a:t>It DOES NOT reduce post-normalization aptamer differences</a:t>
            </a:r>
          </a:p>
          <a:p>
            <a:r>
              <a:rPr lang="en-US"/>
              <a:t>It DOES NOT reduce post-normalization PROphet score variability</a:t>
            </a:r>
          </a:p>
          <a:p>
            <a:r>
              <a:rPr lang="en-US"/>
              <a:t>Likely culprit: Streck bridging of non-desalinated samples with desalinated-based params affects normalization steps.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326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E6D5-3633-A364-66E9-6F10293A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8B5796-84B7-5728-0A67-E13E215A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Next steps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C47F-75CE-AAB1-82F8-A30A202589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34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5F4C8C-1D99-1E6D-A158-B5F595A68C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Create NDS-based bridging parameters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Change bridging pipeline to allow for separate bridging of DS/NDS samples</a:t>
            </a:r>
          </a:p>
          <a:p>
            <a:endParaRPr lang="en-US"/>
          </a:p>
          <a:p>
            <a:r>
              <a:rPr lang="en-US"/>
              <a:t>Complete local end-to-end pipeline for creating bridging parameters, employing them to plates, normalizing and assessing results</a:t>
            </a:r>
          </a:p>
          <a:p>
            <a:endParaRPr lang="en-US"/>
          </a:p>
          <a:p>
            <a:r>
              <a:rPr lang="en-US"/>
              <a:t>Once results sufficiently improve deploy new bridging to production  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33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ADFF-4854-1A49-9EA1-8ECEB3E4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F7318C-725D-87CC-B4D6-43F75708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Next steps - continued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358B-AC10-D670-AB10-3A98C2EDD9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35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83959E-1B3F-EC43-F6DA-EBF9303EBD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Check: With separate NDS-based bridging is linear bridging good enough?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 err="1"/>
              <a:t>Oncohost</a:t>
            </a:r>
            <a:r>
              <a:rPr lang="en-US" dirty="0"/>
              <a:t>-specific ANML normalization?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4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46ac8f-7178-447b-9a3b-83266692c9a1">
      <Terms xmlns="http://schemas.microsoft.com/office/infopath/2007/PartnerControls"/>
    </lcf76f155ced4ddcb4097134ff3c332f>
    <TaxCatchAll xmlns="6fe15e83-4d2a-491b-ad9e-97feb38373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ECBAFA6E01A94A9E9731C825993072" ma:contentTypeVersion="10" ma:contentTypeDescription="Create a new document." ma:contentTypeScope="" ma:versionID="def198becf74a023ef8b876827925a68">
  <xsd:schema xmlns:xsd="http://www.w3.org/2001/XMLSchema" xmlns:xs="http://www.w3.org/2001/XMLSchema" xmlns:p="http://schemas.microsoft.com/office/2006/metadata/properties" xmlns:ns2="1146ac8f-7178-447b-9a3b-83266692c9a1" xmlns:ns3="6fe15e83-4d2a-491b-ad9e-97feb383733b" targetNamespace="http://schemas.microsoft.com/office/2006/metadata/properties" ma:root="true" ma:fieldsID="5542265fd5fb098fd90d4f012b10131b" ns2:_="" ns3:_="">
    <xsd:import namespace="1146ac8f-7178-447b-9a3b-83266692c9a1"/>
    <xsd:import namespace="6fe15e83-4d2a-491b-ad9e-97feb38373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46ac8f-7178-447b-9a3b-83266692c9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b563e6b-6a18-468f-8284-fab691eee8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15e83-4d2a-491b-ad9e-97feb383733b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d27e12f-36c9-4815-ab79-7832c7d1c5bd}" ma:internalName="TaxCatchAll" ma:showField="CatchAllData" ma:web="6fe15e83-4d2a-491b-ad9e-97feb38373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B4686-7543-47F5-9C74-7F1B0CF355FA}">
  <ds:schemaRefs>
    <ds:schemaRef ds:uri="http://schemas.microsoft.com/office/2006/metadata/properties"/>
    <ds:schemaRef ds:uri="http://schemas.microsoft.com/office/infopath/2007/PartnerControls"/>
    <ds:schemaRef ds:uri="1146ac8f-7178-447b-9a3b-83266692c9a1"/>
    <ds:schemaRef ds:uri="6fe15e83-4d2a-491b-ad9e-97feb383733b"/>
  </ds:schemaRefs>
</ds:datastoreItem>
</file>

<file path=customXml/itemProps2.xml><?xml version="1.0" encoding="utf-8"?>
<ds:datastoreItem xmlns:ds="http://schemas.openxmlformats.org/officeDocument/2006/customXml" ds:itemID="{FE31A3BE-9E95-4F2F-9A68-C55843C0A0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ADD145-BACD-4BDB-A380-40A114858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46ac8f-7178-447b-9a3b-83266692c9a1"/>
    <ds:schemaRef ds:uri="6fe15e83-4d2a-491b-ad9e-97feb38373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4221</TotalTime>
  <Words>466</Words>
  <Application>Microsoft Office PowerPoint</Application>
  <PresentationFormat>Widescreen</PresentationFormat>
  <Paragraphs>146</Paragraphs>
  <Slides>35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Century Gothic</vt:lpstr>
      <vt:lpstr>Office Theme</vt:lpstr>
      <vt:lpstr>Streck Bridging</vt:lpstr>
      <vt:lpstr>Background</vt:lpstr>
      <vt:lpstr>Background - continued</vt:lpstr>
      <vt:lpstr>PowerPoint Presentation</vt:lpstr>
      <vt:lpstr>PowerPoint Presentation</vt:lpstr>
      <vt:lpstr>Background - continued</vt:lpstr>
      <vt:lpstr>Background - continued</vt:lpstr>
      <vt:lpstr>Proposed Solution</vt:lpstr>
      <vt:lpstr>Pre-normalization results of pre-hybridization bridging</vt:lpstr>
      <vt:lpstr>Pre-normalization results of pre-hybridization bridging - continued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Post-normalization results of pre-hybridization bridging</vt:lpstr>
      <vt:lpstr>PowerPoint Presentation</vt:lpstr>
      <vt:lpstr>Pre-normalization vs. Post-ANML, DS</vt:lpstr>
      <vt:lpstr>Pre-normalization vs. Post-ANML, DS</vt:lpstr>
      <vt:lpstr>Pre-normalization vs. Post-ANML, DS</vt:lpstr>
      <vt:lpstr>Pre-normalization vs. Post-ANML, DS</vt:lpstr>
      <vt:lpstr>Pre-normalization vs. Post-ANML, DS</vt:lpstr>
      <vt:lpstr>Pre-normalization vs. Post-ANML, nDS</vt:lpstr>
      <vt:lpstr>Pre-normalization vs. Post-ANML, nDS</vt:lpstr>
      <vt:lpstr>Pre-normalization vs. Post-ANML, nDS</vt:lpstr>
      <vt:lpstr>Pre-normalization vs. Post-ANML, nDS</vt:lpstr>
      <vt:lpstr>Pre-normalization vs. Post-ANML, nDS</vt:lpstr>
      <vt:lpstr>Double Bridging</vt:lpstr>
      <vt:lpstr>Spearman effects of SL normalization – overall and RAPs</vt:lpstr>
      <vt:lpstr>Spearman effects of SL normalization – overall and RAPs</vt:lpstr>
      <vt:lpstr>Matched samples - nDs</vt:lpstr>
      <vt:lpstr>Matched samples - nDs</vt:lpstr>
      <vt:lpstr>Results analysis</vt:lpstr>
      <vt:lpstr>Next steps</vt:lpstr>
      <vt:lpstr>Next steps -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Roee Orland</dc:creator>
  <cp:lastModifiedBy>Roee Orland</cp:lastModifiedBy>
  <cp:revision>2</cp:revision>
  <dcterms:created xsi:type="dcterms:W3CDTF">2026-01-25T06:15:01Z</dcterms:created>
  <dcterms:modified xsi:type="dcterms:W3CDTF">2026-03-11T13:56:04Z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0x01010092ECBAFA6E01A94A9E9731C825993072</vt:lpwstr>
  </property>
  <property fmtid="{D5CDD505-2E9C-101B-9397-08002B2CF9AE}" pid="3" name="MediaServiceImageTags">
    <vt:lpwstr/>
  </property>
</Properties>
</file>