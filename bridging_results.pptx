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35"/>
  </p:notesMasterIdLst>
  <p:sldIdLst>
    <p:sldId id="279" r:id="rId5"/>
    <p:sldId id="366" r:id="rId6"/>
    <p:sldId id="369" r:id="rId7"/>
    <p:sldId id="372" r:id="rId8"/>
    <p:sldId id="373" r:id="rId9"/>
    <p:sldId id="370" r:id="rId10"/>
    <p:sldId id="371" r:id="rId11"/>
    <p:sldId id="374" r:id="rId12"/>
    <p:sldId id="368" r:id="rId13"/>
    <p:sldId id="375" r:id="rId14"/>
    <p:sldId id="377" r:id="rId15"/>
    <p:sldId id="378" r:id="rId16"/>
    <p:sldId id="379" r:id="rId17"/>
    <p:sldId id="380" r:id="rId18"/>
    <p:sldId id="381" r:id="rId19"/>
    <p:sldId id="376" r:id="rId20"/>
    <p:sldId id="382" r:id="rId21"/>
    <p:sldId id="383" r:id="rId22"/>
    <p:sldId id="387" r:id="rId23"/>
    <p:sldId id="388" r:id="rId24"/>
    <p:sldId id="389" r:id="rId25"/>
    <p:sldId id="390" r:id="rId26"/>
    <p:sldId id="391" r:id="rId27"/>
    <p:sldId id="392" r:id="rId28"/>
    <p:sldId id="393" r:id="rId29"/>
    <p:sldId id="394" r:id="rId30"/>
    <p:sldId id="395" r:id="rId31"/>
    <p:sldId id="386" r:id="rId32"/>
    <p:sldId id="384" r:id="rId33"/>
    <p:sldId id="385" r:id="rId3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2130" y="8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ee Orland" userId="46431a2e-9a0f-42fd-88b4-1d0818eee711" providerId="ADAL" clId="{0E827F30-DD43-443C-8F1B-BAC9BD410B72}"/>
    <pc:docChg chg="undo custSel addSld delSld modSld">
      <pc:chgData name="Roee Orland" userId="46431a2e-9a0f-42fd-88b4-1d0818eee711" providerId="ADAL" clId="{0E827F30-DD43-443C-8F1B-BAC9BD410B72}" dt="2026-03-10T08:58:42.376" v="510" actId="20577"/>
      <pc:docMkLst>
        <pc:docMk/>
      </pc:docMkLst>
      <pc:sldChg chg="modSp mod">
        <pc:chgData name="Roee Orland" userId="46431a2e-9a0f-42fd-88b4-1d0818eee711" providerId="ADAL" clId="{0E827F30-DD43-443C-8F1B-BAC9BD410B72}" dt="2026-03-10T08:58:42.376" v="510" actId="20577"/>
        <pc:sldMkLst>
          <pc:docMk/>
          <pc:sldMk cId="1261199582" sldId="279"/>
        </pc:sldMkLst>
        <pc:spChg chg="mod">
          <ac:chgData name="Roee Orland" userId="46431a2e-9a0f-42fd-88b4-1d0818eee711" providerId="ADAL" clId="{0E827F30-DD43-443C-8F1B-BAC9BD410B72}" dt="2026-03-10T08:58:42.376" v="510" actId="20577"/>
          <ac:spMkLst>
            <pc:docMk/>
            <pc:sldMk cId="1261199582" sldId="279"/>
            <ac:spMk id="8" creationId="{90245A4E-F569-590B-CA82-17A04DBEFA1C}"/>
          </ac:spMkLst>
        </pc:spChg>
      </pc:sldChg>
      <pc:sldChg chg="addSp delSp modSp add mod">
        <pc:chgData name="Roee Orland" userId="46431a2e-9a0f-42fd-88b4-1d0818eee711" providerId="ADAL" clId="{0E827F30-DD43-443C-8F1B-BAC9BD410B72}" dt="2026-02-23T18:43:46.397" v="427" actId="14100"/>
        <pc:sldMkLst>
          <pc:docMk/>
          <pc:sldMk cId="1368556580" sldId="383"/>
        </pc:sldMkLst>
        <pc:spChg chg="mod">
          <ac:chgData name="Roee Orland" userId="46431a2e-9a0f-42fd-88b4-1d0818eee711" providerId="ADAL" clId="{0E827F30-DD43-443C-8F1B-BAC9BD410B72}" dt="2026-02-23T18:33:41.340" v="322" actId="20577"/>
          <ac:spMkLst>
            <pc:docMk/>
            <pc:sldMk cId="1368556580" sldId="383"/>
            <ac:spMk id="3" creationId="{666AEB93-2808-4492-8101-D90A50CD25FC}"/>
          </ac:spMkLst>
        </pc:spChg>
        <pc:picChg chg="add mod">
          <ac:chgData name="Roee Orland" userId="46431a2e-9a0f-42fd-88b4-1d0818eee711" providerId="ADAL" clId="{0E827F30-DD43-443C-8F1B-BAC9BD410B72}" dt="2026-02-23T18:38:14.258" v="408" actId="14100"/>
          <ac:picMkLst>
            <pc:docMk/>
            <pc:sldMk cId="1368556580" sldId="383"/>
            <ac:picMk id="5" creationId="{1ABD3B41-8117-B6FB-16CA-92FCEE7A058B}"/>
          </ac:picMkLst>
        </pc:picChg>
        <pc:picChg chg="add mod">
          <ac:chgData name="Roee Orland" userId="46431a2e-9a0f-42fd-88b4-1d0818eee711" providerId="ADAL" clId="{0E827F30-DD43-443C-8F1B-BAC9BD410B72}" dt="2026-02-23T18:43:46.397" v="427" actId="14100"/>
          <ac:picMkLst>
            <pc:docMk/>
            <pc:sldMk cId="1368556580" sldId="383"/>
            <ac:picMk id="8" creationId="{8F6785AA-9FED-FFE5-CDC2-2A520B52C8BE}"/>
          </ac:picMkLst>
        </pc:picChg>
      </pc:sldChg>
      <pc:sldChg chg="add">
        <pc:chgData name="Roee Orland" userId="46431a2e-9a0f-42fd-88b4-1d0818eee711" providerId="ADAL" clId="{0E827F30-DD43-443C-8F1B-BAC9BD410B72}" dt="2026-02-23T10:53:55.693" v="271"/>
        <pc:sldMkLst>
          <pc:docMk/>
          <pc:sldMk cId="90326725" sldId="386"/>
        </pc:sldMkLst>
      </pc:sldChg>
      <pc:sldChg chg="addSp delSp modSp add mod">
        <pc:chgData name="Roee Orland" userId="46431a2e-9a0f-42fd-88b4-1d0818eee711" providerId="ADAL" clId="{0E827F30-DD43-443C-8F1B-BAC9BD410B72}" dt="2026-02-23T18:44:32.989" v="440" actId="14100"/>
        <pc:sldMkLst>
          <pc:docMk/>
          <pc:sldMk cId="2513990362" sldId="387"/>
        </pc:sldMkLst>
        <pc:picChg chg="add mod">
          <ac:chgData name="Roee Orland" userId="46431a2e-9a0f-42fd-88b4-1d0818eee711" providerId="ADAL" clId="{0E827F30-DD43-443C-8F1B-BAC9BD410B72}" dt="2026-02-23T18:38:01.398" v="406" actId="1076"/>
          <ac:picMkLst>
            <pc:docMk/>
            <pc:sldMk cId="2513990362" sldId="387"/>
            <ac:picMk id="8" creationId="{464544F1-A7AC-B416-1D42-B3F857449F69}"/>
          </ac:picMkLst>
        </pc:picChg>
        <pc:picChg chg="add mod">
          <ac:chgData name="Roee Orland" userId="46431a2e-9a0f-42fd-88b4-1d0818eee711" providerId="ADAL" clId="{0E827F30-DD43-443C-8F1B-BAC9BD410B72}" dt="2026-02-23T18:44:32.989" v="440" actId="14100"/>
          <ac:picMkLst>
            <pc:docMk/>
            <pc:sldMk cId="2513990362" sldId="387"/>
            <ac:picMk id="10" creationId="{025ED8EF-8B59-D7EE-A783-BAD32637D5BB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18:45:15.962" v="446" actId="14100"/>
        <pc:sldMkLst>
          <pc:docMk/>
          <pc:sldMk cId="893228475" sldId="388"/>
        </pc:sldMkLst>
        <pc:picChg chg="add mod">
          <ac:chgData name="Roee Orland" userId="46431a2e-9a0f-42fd-88b4-1d0818eee711" providerId="ADAL" clId="{0E827F30-DD43-443C-8F1B-BAC9BD410B72}" dt="2026-02-23T18:37:55.243" v="405" actId="14100"/>
          <ac:picMkLst>
            <pc:docMk/>
            <pc:sldMk cId="893228475" sldId="388"/>
            <ac:picMk id="4" creationId="{1C5C9883-620F-E9C6-A563-C03D28B3FF18}"/>
          </ac:picMkLst>
        </pc:picChg>
        <pc:picChg chg="add mod">
          <ac:chgData name="Roee Orland" userId="46431a2e-9a0f-42fd-88b4-1d0818eee711" providerId="ADAL" clId="{0E827F30-DD43-443C-8F1B-BAC9BD410B72}" dt="2026-02-23T18:45:15.962" v="446" actId="14100"/>
          <ac:picMkLst>
            <pc:docMk/>
            <pc:sldMk cId="893228475" sldId="388"/>
            <ac:picMk id="8" creationId="{FF614C0D-0EC4-4537-9466-4DF85C3B3248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18:46:04.253" v="450" actId="14100"/>
        <pc:sldMkLst>
          <pc:docMk/>
          <pc:sldMk cId="3374509554" sldId="389"/>
        </pc:sldMkLst>
        <pc:picChg chg="add mod">
          <ac:chgData name="Roee Orland" userId="46431a2e-9a0f-42fd-88b4-1d0818eee711" providerId="ADAL" clId="{0E827F30-DD43-443C-8F1B-BAC9BD410B72}" dt="2026-02-23T18:39:02.933" v="412" actId="14100"/>
          <ac:picMkLst>
            <pc:docMk/>
            <pc:sldMk cId="3374509554" sldId="389"/>
            <ac:picMk id="4" creationId="{E68C261B-BAC5-83EE-77C7-DE9F1A912DC2}"/>
          </ac:picMkLst>
        </pc:picChg>
        <pc:picChg chg="add mod">
          <ac:chgData name="Roee Orland" userId="46431a2e-9a0f-42fd-88b4-1d0818eee711" providerId="ADAL" clId="{0E827F30-DD43-443C-8F1B-BAC9BD410B72}" dt="2026-02-23T18:46:04.253" v="450" actId="14100"/>
          <ac:picMkLst>
            <pc:docMk/>
            <pc:sldMk cId="3374509554" sldId="389"/>
            <ac:picMk id="8" creationId="{39AB0BE5-73B8-76F2-3C73-9D11A78795E2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18:46:51.019" v="454" actId="14100"/>
        <pc:sldMkLst>
          <pc:docMk/>
          <pc:sldMk cId="3400244360" sldId="390"/>
        </pc:sldMkLst>
        <pc:picChg chg="add mod">
          <ac:chgData name="Roee Orland" userId="46431a2e-9a0f-42fd-88b4-1d0818eee711" providerId="ADAL" clId="{0E827F30-DD43-443C-8F1B-BAC9BD410B72}" dt="2026-02-23T18:40:49.408" v="420" actId="14100"/>
          <ac:picMkLst>
            <pc:docMk/>
            <pc:sldMk cId="3400244360" sldId="390"/>
            <ac:picMk id="8" creationId="{EAD613B0-F103-D5F5-F5F7-241FFFF0FD6F}"/>
          </ac:picMkLst>
        </pc:picChg>
        <pc:picChg chg="add mod">
          <ac:chgData name="Roee Orland" userId="46431a2e-9a0f-42fd-88b4-1d0818eee711" providerId="ADAL" clId="{0E827F30-DD43-443C-8F1B-BAC9BD410B72}" dt="2026-02-23T18:46:51.019" v="454" actId="14100"/>
          <ac:picMkLst>
            <pc:docMk/>
            <pc:sldMk cId="3400244360" sldId="390"/>
            <ac:picMk id="10" creationId="{2E085AEB-4619-133B-CDE6-55A6CD95112D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0:40.677" v="487" actId="14100"/>
        <pc:sldMkLst>
          <pc:docMk/>
          <pc:sldMk cId="3855461126" sldId="391"/>
        </pc:sldMkLst>
        <pc:spChg chg="mod">
          <ac:chgData name="Roee Orland" userId="46431a2e-9a0f-42fd-88b4-1d0818eee711" providerId="ADAL" clId="{0E827F30-DD43-443C-8F1B-BAC9BD410B72}" dt="2026-02-23T18:47:07.724" v="456" actId="20577"/>
          <ac:spMkLst>
            <pc:docMk/>
            <pc:sldMk cId="3855461126" sldId="391"/>
            <ac:spMk id="3" creationId="{24C08801-CF2F-59C8-B877-E44B951EAEB1}"/>
          </ac:spMkLst>
        </pc:spChg>
        <pc:picChg chg="add mod">
          <ac:chgData name="Roee Orland" userId="46431a2e-9a0f-42fd-88b4-1d0818eee711" providerId="ADAL" clId="{0E827F30-DD43-443C-8F1B-BAC9BD410B72}" dt="2026-02-23T20:36:27.233" v="465" actId="14100"/>
          <ac:picMkLst>
            <pc:docMk/>
            <pc:sldMk cId="3855461126" sldId="391"/>
            <ac:picMk id="4" creationId="{212501A8-18C8-C4A0-1C2D-B65E4CBD6629}"/>
          </ac:picMkLst>
        </pc:picChg>
        <pc:picChg chg="add mod">
          <ac:chgData name="Roee Orland" userId="46431a2e-9a0f-42fd-88b4-1d0818eee711" providerId="ADAL" clId="{0E827F30-DD43-443C-8F1B-BAC9BD410B72}" dt="2026-02-23T20:40:40.677" v="487" actId="14100"/>
          <ac:picMkLst>
            <pc:docMk/>
            <pc:sldMk cId="3855461126" sldId="391"/>
            <ac:picMk id="7" creationId="{997B10AE-4B90-1140-4D80-4AC135E74C7A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1:06.530" v="491" actId="14100"/>
        <pc:sldMkLst>
          <pc:docMk/>
          <pc:sldMk cId="2740122447" sldId="392"/>
        </pc:sldMkLst>
        <pc:picChg chg="add mod">
          <ac:chgData name="Roee Orland" userId="46431a2e-9a0f-42fd-88b4-1d0818eee711" providerId="ADAL" clId="{0E827F30-DD43-443C-8F1B-BAC9BD410B72}" dt="2026-02-23T20:36:57.001" v="470" actId="14100"/>
          <ac:picMkLst>
            <pc:docMk/>
            <pc:sldMk cId="2740122447" sldId="392"/>
            <ac:picMk id="4" creationId="{126A7E11-431E-3E44-8BF8-FDCDA203E543}"/>
          </ac:picMkLst>
        </pc:picChg>
        <pc:picChg chg="add mod">
          <ac:chgData name="Roee Orland" userId="46431a2e-9a0f-42fd-88b4-1d0818eee711" providerId="ADAL" clId="{0E827F30-DD43-443C-8F1B-BAC9BD410B72}" dt="2026-02-23T20:41:06.530" v="491" actId="14100"/>
          <ac:picMkLst>
            <pc:docMk/>
            <pc:sldMk cId="2740122447" sldId="392"/>
            <ac:picMk id="7" creationId="{96939C53-4CF6-4F66-8A54-B06CBDA527B9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1:26.786" v="495" actId="14100"/>
        <pc:sldMkLst>
          <pc:docMk/>
          <pc:sldMk cId="1093083192" sldId="393"/>
        </pc:sldMkLst>
        <pc:picChg chg="add mod">
          <ac:chgData name="Roee Orland" userId="46431a2e-9a0f-42fd-88b4-1d0818eee711" providerId="ADAL" clId="{0E827F30-DD43-443C-8F1B-BAC9BD410B72}" dt="2026-02-23T20:37:25.452" v="474" actId="14100"/>
          <ac:picMkLst>
            <pc:docMk/>
            <pc:sldMk cId="1093083192" sldId="393"/>
            <ac:picMk id="4" creationId="{BF86637E-284C-6C99-C5FF-2E2EDA5737F3}"/>
          </ac:picMkLst>
        </pc:picChg>
        <pc:picChg chg="add mod">
          <ac:chgData name="Roee Orland" userId="46431a2e-9a0f-42fd-88b4-1d0818eee711" providerId="ADAL" clId="{0E827F30-DD43-443C-8F1B-BAC9BD410B72}" dt="2026-02-23T20:41:26.786" v="495" actId="14100"/>
          <ac:picMkLst>
            <pc:docMk/>
            <pc:sldMk cId="1093083192" sldId="393"/>
            <ac:picMk id="7" creationId="{18009169-85F1-C1B4-BAB5-E79D2567CE5C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1:52.588" v="500" actId="14100"/>
        <pc:sldMkLst>
          <pc:docMk/>
          <pc:sldMk cId="1729762218" sldId="394"/>
        </pc:sldMkLst>
        <pc:picChg chg="add mod">
          <ac:chgData name="Roee Orland" userId="46431a2e-9a0f-42fd-88b4-1d0818eee711" providerId="ADAL" clId="{0E827F30-DD43-443C-8F1B-BAC9BD410B72}" dt="2026-02-23T20:37:58.016" v="478" actId="14100"/>
          <ac:picMkLst>
            <pc:docMk/>
            <pc:sldMk cId="1729762218" sldId="394"/>
            <ac:picMk id="4" creationId="{DF12C7E5-D197-DBB0-5B5B-06C70C268E0F}"/>
          </ac:picMkLst>
        </pc:picChg>
        <pc:picChg chg="add mod">
          <ac:chgData name="Roee Orland" userId="46431a2e-9a0f-42fd-88b4-1d0818eee711" providerId="ADAL" clId="{0E827F30-DD43-443C-8F1B-BAC9BD410B72}" dt="2026-02-23T20:41:52.588" v="500" actId="14100"/>
          <ac:picMkLst>
            <pc:docMk/>
            <pc:sldMk cId="1729762218" sldId="394"/>
            <ac:picMk id="7" creationId="{A4BD66B2-D547-C8C9-0B44-5A8AB33A7FA3}"/>
          </ac:picMkLst>
        </pc:picChg>
      </pc:sldChg>
      <pc:sldChg chg="addSp delSp modSp add mod">
        <pc:chgData name="Roee Orland" userId="46431a2e-9a0f-42fd-88b4-1d0818eee711" providerId="ADAL" clId="{0E827F30-DD43-443C-8F1B-BAC9BD410B72}" dt="2026-02-23T20:42:23.668" v="504" actId="14100"/>
        <pc:sldMkLst>
          <pc:docMk/>
          <pc:sldMk cId="1184989076" sldId="395"/>
        </pc:sldMkLst>
        <pc:picChg chg="add mod">
          <ac:chgData name="Roee Orland" userId="46431a2e-9a0f-42fd-88b4-1d0818eee711" providerId="ADAL" clId="{0E827F30-DD43-443C-8F1B-BAC9BD410B72}" dt="2026-02-23T20:38:33.287" v="482" actId="14100"/>
          <ac:picMkLst>
            <pc:docMk/>
            <pc:sldMk cId="1184989076" sldId="395"/>
            <ac:picMk id="4" creationId="{86B91AAA-BA92-2D92-1A5D-917C982A3693}"/>
          </ac:picMkLst>
        </pc:picChg>
        <pc:picChg chg="add mod">
          <ac:chgData name="Roee Orland" userId="46431a2e-9a0f-42fd-88b4-1d0818eee711" providerId="ADAL" clId="{0E827F30-DD43-443C-8F1B-BAC9BD410B72}" dt="2026-02-23T20:42:23.668" v="504" actId="14100"/>
          <ac:picMkLst>
            <pc:docMk/>
            <pc:sldMk cId="1184989076" sldId="395"/>
            <ac:picMk id="7" creationId="{34CB94E4-FFCE-0F4B-C048-B52E4D5DCA7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E910DF-2699-4B95-9425-A1C9AB122C9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B9C28D-D497-42E3-BC4E-B16E918ACB6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268222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179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AE4618-789B-346A-5373-E573FF5624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F4942B-90C4-5614-19BF-E46FBC0BA8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473A77-EDCF-B4AD-F7E7-10937504E8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01BBA1-C107-628A-87D9-AFFE61856C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080128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3767-8AC1-A5F8-0451-1730DDE3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F6AAC7C-FAFA-3E95-8591-D4D30AE766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283357-2363-AEEC-CEB0-296FD89A76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F4750-6523-067D-3CF9-84569B266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92925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562B7-876D-5DFB-3FEF-25CFEDBDD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B0E4B2-08D6-4864-E130-2636F3BB8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21037B-84E4-8E5D-168D-9C91B1EA6B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91108-5E9F-2120-2010-7B623EC1BD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952107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8940D-FC96-1BD3-CE96-F0F658FA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80B7AFE-F064-C348-8C66-4D6B9955C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D83E05-61F4-5028-A88E-84C2A240A9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E852E0-45A6-4522-93F3-B149680A6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04989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E7D42-6347-26F8-8685-3AA25A58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304AE5-4DE4-A6C5-BDD1-80253C3A89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FEF17B-892E-34F8-502F-C3BF383FE0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3C7BAE-BE01-DAF4-604C-881F13F342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940874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8A5E0-2CDC-594A-EAB8-ABFF856BA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9B2DB2-370F-49D7-D1D7-9C5105C17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961D46-0BF6-0CD5-A77C-8F74C363F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73D60-E37E-F921-8676-8896B9E989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0652696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69E1D-6C8B-73ED-8EA1-AECC61FBB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96E57-641A-BE94-071F-CBF516D8A0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6D8535-075A-AA0F-FF90-3AF06C35F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D04FD7-F618-0463-BDBC-ECFE552BA0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599344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D6D17-117D-B35D-12B2-97C8D0B5B2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A1AD34-3404-240E-3103-77D56D1073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D15FAF2-C6CC-810B-0A95-945F98DAC2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44ECD8-9588-340B-5E1F-795852DA729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253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648D66-AE9A-D3AB-1E7E-2BC91B875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77A681-925C-9D6D-3133-48F719A6B6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0C07FF-2019-8757-AF3B-4D0D80857A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6DD962-E143-DF02-614E-DE49BF80A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629376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359C27-248F-8D87-A60F-B6D68F635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EBC8A-5E5A-CE2E-D9A5-9945546DC2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DD110E-1D43-9199-9BF8-14D20AC205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5ACA75-8812-A4BF-71C3-3AE329506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943870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C132D-B1EF-560E-38CC-AD017B747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135C27-139C-C797-D4F7-EA0F9ADC54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E490E2-0C9B-CAF3-0ADA-621F5B84C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CACD8-D167-2B72-F122-581B37793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129572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9F740-EF81-E1FA-4E8B-2A3491D530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84C22C-5A0F-F69B-1BBC-FA2A15651A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77590-5FCF-F8B7-B313-752E3001E6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79ED11-A8BE-5C9C-0F89-848C221943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45531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2F7E-45BB-9080-D059-1F538F4CC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EECB41-980E-500A-817F-088A8A442F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6850A7-EC8B-2CC0-7846-613E756832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07E707-B324-7C32-3055-CB45F11119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1676299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A8369-41E9-A244-B714-AEFCF96ED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3BA14-2CD5-AC21-CD8F-6AC5E3F46E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CA3BB-2C90-FCE0-FD40-4FC169811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54A327-BC13-6E05-9727-EC1EB62149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6583712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2C30-F86D-C72B-D918-AC1485882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4D7A78-D9EB-ECD2-D044-996A0A0108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E3B420-F045-068B-4E4F-8DE12C8CE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DDF72-4858-5E82-A6DD-6D0ECC5D40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211393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B4AF5-29A0-0AAD-D68A-B89E59510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6E43C4-F2D3-BD6D-7BCA-F4FE559DB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3F4532-2DCA-8729-4D6B-68ADBDFF39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3DDA2-D869-01B0-786A-49079F906D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035598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D43FA-151E-2CEB-0034-913BEA18F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9816D6C-C623-B5C7-0467-DE8C866D86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8C0D1B-2910-4609-430D-88690098B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DE4CB0-FE00-CE80-D779-1B30378600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090719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8B59B3-6469-6761-CFE1-E4D9863C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A567B4-FD29-FA17-B8B8-747E25AEC5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5B00C1-DA22-8B0A-2351-DBE57FDAD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104B5-DF45-161B-A5D8-CD5CDF5DB7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3529099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9F351-922F-E133-FC6E-C5CE46C9A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598D2-54A1-D4F4-0A95-3BA357926B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795714-F107-9B5A-A58E-8F03B54D09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65D73-F42F-768B-EF0E-D60C8D7BB9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767059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4B50F2-68EE-462F-C927-9EC93B84E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F82B89-C490-6083-A3CC-F2FD24980B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1E21F1-2E24-E6E5-355A-7469E5B43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2D11A5-7F93-DA8A-648A-C2E5399CDD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29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35977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C0D7E-1899-81A9-FAA5-899E17D43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AC561-2B75-E218-FAB4-AF61B912FC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611792-34C0-B6C1-2899-14C7C70D5A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DEBD8-565B-7788-69C3-F2C7BCB205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DF676D-3201-114D-BD29-F758CECB5D8B}" type="slidenum">
              <a:rPr lang="en-IL" smtClean="0"/>
              <a:t>30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919510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B8778-0D5D-FA7B-D09F-8A86A5B5B6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F65BB3-913E-FA2A-92FF-C39DF46159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938D2-8376-ADB5-2DD3-01CD0C9D5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9786D-BA07-9DC3-28B9-EDA5122DE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EC9E4B-4A65-E8D7-BBB9-6340AFE6F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37877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1A819-AEA8-2B95-D5FC-755BFE0F3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2FFD1-E482-797D-8B90-608B732E7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E0A76-9F48-DE73-43BD-C4B0B9EFD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36A0E0-320E-C84F-F6D6-0AC552162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71DA7F-6861-72BB-F1B0-4DAD58696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5744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91AA3-6673-5FA6-2030-996602C9E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8C9150-7411-7910-F2A1-6A68947465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111753-5E81-942A-40AC-8EFF7BD28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263355-F1F6-C4B4-673E-CCFA8DD05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5DC4F7-1DA8-81FA-2CDF-6ACC405C1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18459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5A896-73FE-ECD0-0B8C-75D78F381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62BA40-D00C-6D3F-5492-39E0412EAF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9A1198-0FAB-7370-A107-AE2F3CE2E7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93256-7047-57B2-4243-E8228EB5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B65183-3FE9-A975-448F-1760EDC8C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39C9C9-6A0C-7B18-3396-F29983B29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43313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9FFBB-0382-A8B2-7403-FA9838E05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5B0E74-ED4A-AB62-EE5C-236B7A38D2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3EA02-579B-06CB-8913-0718E7C000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76599-74DD-3AC4-0951-F97DAB1997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BB7227-4E46-FCF7-9FB2-F371E58DFD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DE9EB1-E4CD-A03A-D19E-F36FFD2AA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4D0CC-AF1D-202F-DFFB-2E2860EEC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AC1C0B-6708-2708-DEFB-C2E8E30EF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8723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713B3-FAF2-FA09-ABE4-C71455032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619048-DAE5-22C7-94E8-8780BB81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4F1C90-ABA2-C98C-0086-DA25DEDD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82E7ED-89F9-B349-5023-051B3B7DE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6698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C890D6-CE0D-8A6D-5D59-2A5DE330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3BD628-CD98-8AA8-905B-377E35562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EFE9A4-F835-A36E-3847-30935E4AA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49479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3ECD6-6A93-CDEA-F395-44AC891F7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91447-FD40-BD05-B9AD-A785486ED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6D9685-EF61-5B57-E005-982C3BB017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110437-F86B-28E3-BA16-8EBE717BB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0E7C8F-DDB9-862A-E31A-EC48C2869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1AA5BE-4738-9AC4-6DFF-A1C7F56E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9025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F98F2-F824-0264-3012-93B4583CC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CAB513F-42AB-4D69-E19E-0040EC8367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1DCBD2-7618-A04A-79F6-CBFF3DBE04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EA70A-B5C7-B80E-5E78-2A9984DAD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901432-D24C-D921-9C0E-94BE64A74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683772-1A58-BD37-B77E-C2D6953DB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007023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DEACA-EB1A-1B0C-F2B6-31560ABD6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7B600-1317-EEE7-0BBF-3A494C78DE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D6FC65-1985-7E55-04E5-9AF6ACD2B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2141A-CBBE-5841-2BD4-6463D6880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712BC-A171-B6F8-578D-D0967761F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61022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9C0F16B-8CED-FC2F-F962-3959F65305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2C0F8-20C9-464E-E56D-B35C0B9387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F28B6-3230-E067-A4FF-25B55E232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00859-7A3A-52C5-F75E-44AE63CC2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E6959-9C3D-4C98-9BF2-FC51525B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65328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- Blu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5EFEE967-EC4C-A40E-961E-DB764F2B59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98849" y="1938336"/>
            <a:ext cx="9030288" cy="2227264"/>
          </a:xfrm>
        </p:spPr>
        <p:txBody>
          <a:bodyPr/>
          <a:lstStyle>
            <a:lvl1pPr>
              <a:lnSpc>
                <a:spcPct val="98000"/>
              </a:lnSpc>
              <a:defRPr sz="7250" spc="125" baseline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6D38262F-4249-3156-ABF6-7E567B88F77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867022" y="4635500"/>
            <a:ext cx="1930518" cy="33855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Name </a:t>
            </a:r>
            <a:r>
              <a:rPr lang="en-US" dirty="0" err="1"/>
              <a:t>Lastname</a:t>
            </a:r>
            <a:endParaRPr lang="en-US" dirty="0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610D8FAE-CE21-412C-A9E1-B7A7CE78AEA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375437" y="4635500"/>
            <a:ext cx="2438557" cy="338554"/>
          </a:xfrm>
        </p:spPr>
        <p:txBody>
          <a:bodyPr/>
          <a:lstStyle>
            <a:lvl1pPr marL="0" indent="0">
              <a:buNone/>
              <a:defRPr sz="16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26D1E11A-C094-3679-8354-18D2A1AE97A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7540" y="4635500"/>
            <a:ext cx="355631" cy="381000"/>
          </a:xfrm>
        </p:spPr>
        <p:txBody>
          <a:bodyPr/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pPr lvl="0"/>
            <a:r>
              <a:rPr lang="en-US" dirty="0"/>
              <a:t>|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CA233C2-B390-182B-AF80-8DAF55AFEEEC}"/>
              </a:ext>
            </a:extLst>
          </p:cNvPr>
          <p:cNvCxnSpPr>
            <a:cxnSpLocks/>
          </p:cNvCxnSpPr>
          <p:nvPr userDrawn="1"/>
        </p:nvCxnSpPr>
        <p:spPr>
          <a:xfrm>
            <a:off x="1912744" y="1938336"/>
            <a:ext cx="0" cy="2163764"/>
          </a:xfrm>
          <a:prstGeom prst="line">
            <a:avLst/>
          </a:prstGeom>
          <a:ln w="142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white letters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1BD5E278-59E1-93F0-2FC3-5730E516BC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933018" y="307323"/>
            <a:ext cx="1987679" cy="27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3856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>
          <p15:clr>
            <a:srgbClr val="FBAE40"/>
          </p15:clr>
        </p15:guide>
        <p15:guide id="2" pos="767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,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D5F133B-4ED6-7938-1B78-574EF93CBA7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251406" y="1533049"/>
            <a:ext cx="4584998" cy="4455001"/>
          </a:xfrm>
          <a:prstGeom prst="roundRect">
            <a:avLst>
              <a:gd name="adj" fmla="val 6800"/>
            </a:avLst>
          </a:prstGeom>
          <a:solidFill>
            <a:schemeClr val="bg1"/>
          </a:solidFill>
          <a:effectLst>
            <a:outerShdw blurRad="596580" dist="38100" dir="5400000" algn="t" rotWithShape="0">
              <a:schemeClr val="accent2">
                <a:alpha val="18000"/>
              </a:schemeClr>
            </a:outerShdw>
          </a:effectLst>
        </p:spPr>
        <p:txBody>
          <a:bodyPr/>
          <a:lstStyle>
            <a:lvl1pPr>
              <a:defRPr sz="100" b="0" i="0">
                <a:noFill/>
              </a:defRPr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77E8BDB-DFE8-B499-4953-765ADBC323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1413" y="150191"/>
            <a:ext cx="10605236" cy="5140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Lorem ipsum dolor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152D2D4C-8427-DC06-BC1A-C701E62112F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41413" y="651835"/>
            <a:ext cx="10605241" cy="359457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 sz="1600" b="0" i="0" spc="-30" baseline="0">
                <a:solidFill>
                  <a:schemeClr val="bg1"/>
                </a:solidFill>
                <a:latin typeface="Century Gothic" panose="020B0502020202020204" pitchFamily="34" charset="0"/>
                <a:ea typeface="Inter Medium" panose="02000503000000020004" pitchFamily="2" charset="0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289F90E-2173-7F7F-3BEB-7E89C34BA16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41468" y="1719968"/>
            <a:ext cx="5613765" cy="415498"/>
          </a:xfrm>
        </p:spPr>
        <p:txBody>
          <a:bodyPr/>
          <a:lstStyle>
            <a:lvl1pPr marL="0" indent="0">
              <a:buNone/>
              <a:defRPr sz="2100" b="1" i="0">
                <a:solidFill>
                  <a:srgbClr val="101820"/>
                </a:solidFill>
              </a:defRPr>
            </a:lvl1pPr>
          </a:lstStyle>
          <a:p>
            <a:pPr lvl="0"/>
            <a:r>
              <a:rPr lang="en-US" dirty="0"/>
              <a:t>Lorem ipsum dolor</a:t>
            </a:r>
          </a:p>
        </p:txBody>
      </p:sp>
      <p:pic>
        <p:nvPicPr>
          <p:cNvPr id="11" name="Picture 10" descr="A picture containing graphics, font, graphic design, screenshot&#10;&#10;Description automatically generated">
            <a:extLst>
              <a:ext uri="{FF2B5EF4-FFF2-40B4-BE49-F238E27FC236}">
                <a16:creationId xmlns:a16="http://schemas.microsoft.com/office/drawing/2014/main" id="{A169D95F-1395-7328-E8ED-01F3C03E1E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6572" y="6471306"/>
            <a:ext cx="1332601" cy="184431"/>
          </a:xfrm>
          <a:prstGeom prst="rect">
            <a:avLst/>
          </a:prstGeom>
        </p:spPr>
      </p:pic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5882217-E58A-3C6E-B7CD-8D71517B59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  <a:prstGeom prst="rect">
            <a:avLst/>
          </a:prstGeom>
        </p:spPr>
        <p:txBody>
          <a:bodyPr/>
          <a:lstStyle/>
          <a:p>
            <a:r>
              <a:rPr lang="en-US" dirty="0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‹#›</a:t>
            </a:fld>
            <a:endParaRPr lang="en-US" dirty="0">
              <a:latin typeface="Century Gothic" panose="020B0502020202020204" pitchFamily="34" charset="0"/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8D5871EF-5E64-201B-63CB-76D82381E282}"/>
              </a:ext>
            </a:extLst>
          </p:cNvPr>
          <p:cNvCxnSpPr>
            <a:cxnSpLocks/>
          </p:cNvCxnSpPr>
          <p:nvPr userDrawn="1"/>
        </p:nvCxnSpPr>
        <p:spPr>
          <a:xfrm>
            <a:off x="762050" y="212802"/>
            <a:ext cx="0" cy="715879"/>
          </a:xfrm>
          <a:prstGeom prst="line">
            <a:avLst/>
          </a:prstGeom>
          <a:ln w="920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E411742-1CAB-FB67-5A9A-3CA1149AA66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175467"/>
            <a:ext cx="5613765" cy="13080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883582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5D3DE6-06B3-EB7B-22DF-DD9C658238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86CD7-17B9-AE19-D024-D51E59FC0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1876C-0062-9D81-F7E9-576A0D4F8D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29A870-9B5E-40D9-87A3-4045BDE1937B}" type="datetimeFigureOut">
              <a:rPr lang="LID4096" smtClean="0"/>
              <a:t>03/10/2026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55C4D9-7C99-6374-D086-50DC465FBD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F2CBEC-9D3B-E66E-2253-6907B8DA6B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D7510B-E590-4DD0-B1CF-AE2E99F4AD20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16053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84AD278-1C18-D996-9D71-A59C0B351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Streck Bridging</a:t>
            </a:r>
            <a:endParaRPr lang="en-IL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7B4F413-E9ED-B5EC-EB70-F64516DE121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Roee Orland</a:t>
            </a:r>
            <a:endParaRPr lang="en-IL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245A4E-F569-590B-CA82-17A04DBEFA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10/03/2026</a:t>
            </a:r>
            <a:endParaRPr lang="en-I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DC2B668-3EB1-4A7F-57E4-C810D24520A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1199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FFC6A-5E9E-B84C-A5C9-6497323AB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E358F27-E46C-3943-C12B-871D32961A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</a:t>
            </a:r>
            <a:endParaRPr lang="en-IL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AA1D0F9-A497-7F7F-64F2-54B4307F56B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36A80DE-DB28-C27A-ECA9-1E37B17F6D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The SomaLogic Process 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C00C2B-BA14-6A4C-EF2E-73F66846A45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F07EA43-8A24-7783-EAF8-58ACDB4873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 plate is read into text files comprised of RFU readings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These files undergo a series of non-linear normalization steps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Final readings are used as input to </a:t>
            </a:r>
            <a:r>
              <a:rPr lang="en-US" dirty="0" err="1">
                <a:latin typeface="Aptos" panose="020B0004020202020204" pitchFamily="34" charset="0"/>
              </a:rPr>
              <a:t>Oncohost</a:t>
            </a:r>
            <a:r>
              <a:rPr lang="en-US" dirty="0">
                <a:latin typeface="Aptos" panose="020B0004020202020204" pitchFamily="34" charset="0"/>
              </a:rPr>
              <a:t> models (</a:t>
            </a:r>
            <a:r>
              <a:rPr lang="en-US" dirty="0" err="1">
                <a:latin typeface="Aptos" panose="020B0004020202020204" pitchFamily="34" charset="0"/>
              </a:rPr>
              <a:t>PROphet</a:t>
            </a:r>
            <a:r>
              <a:rPr lang="en-US" dirty="0">
                <a:latin typeface="Aptos" panose="020B0004020202020204" pitchFamily="34" charset="0"/>
              </a:rPr>
              <a:t>)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096104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37DF6-7D7D-D9D7-5707-1F0677374C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B31537C-C55D-38BE-E942-EFC32FB0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- continued</a:t>
            </a:r>
            <a:endParaRPr lang="en-I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419BF77-502B-DA60-A82C-774EEC29129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Current Challenge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A95DFE-4F87-7032-EC17-7B49A20A02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DD3165-FCE7-4D28-AA08-769112C654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When switching collection methods RFU readings are shifted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To effectively apply our </a:t>
            </a:r>
            <a:r>
              <a:rPr lang="en-US" dirty="0" err="1">
                <a:latin typeface="Aptos" panose="020B0004020202020204" pitchFamily="34" charset="0"/>
              </a:rPr>
              <a:t>PROphet</a:t>
            </a:r>
            <a:r>
              <a:rPr lang="en-US" dirty="0">
                <a:latin typeface="Aptos" panose="020B0004020202020204" pitchFamily="34" charset="0"/>
              </a:rPr>
              <a:t> models we need to be able to translate the new (Streck-based) readings into their EDTA-based equivalents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62949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B8F51-4700-0B47-8349-EF34B8E7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915C9E4-A102-0A83-6C1B-B4F517740A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619125"/>
            <a:ext cx="93916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480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A40BB-DB3F-E268-292A-11EBD4586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91BB66-3817-3B94-C453-ED64B9854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619125"/>
            <a:ext cx="93916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8896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06E75-D709-0CD0-E4CC-5925A03C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83AFB3-3B58-7257-E49F-A44367780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- continued</a:t>
            </a:r>
            <a:endParaRPr lang="en-I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4482ADC-9302-B424-9704-DD61AF89D0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Current Solution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0D180-1B1A-54CE-D0A8-D8BF23598B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29CF3EF-2147-8162-1B76-DB6B7FE35FD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Linear bridging  - multiplying Streck results by ratio of medians between historical EDTA and Streck values per protein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Applied post-normalization (after SL pipeline has been completed)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34961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163B1-1894-DCF2-68AD-B37BDA18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E7D11C-B79C-895D-379A-B4B540F8E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Background - continued</a:t>
            </a:r>
            <a:endParaRPr lang="en-I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3279AD-C4F6-09F8-4A77-99DE4C534F2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Issues with Current Solution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F4F72-1B73-1558-86E0-A20EBBF953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1EC1FCA-FF43-919B-128A-61095755FDF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Flags – Raw Streck readings undergoing SL normalization raise flags during SL’s ANML normalization stage (last stage of SL normalization)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Strong possibility that non-linear effects of normalization steps significantly reduce signal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252533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571B9-52FB-042F-56B6-BB6D71CC9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ED994D-C8F6-327A-B89B-FF01D2BE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1413" y="150191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/>
              <a:t>Proposed Solution</a:t>
            </a:r>
            <a:endParaRPr lang="en-IL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42EC441-D4C0-107C-C5EA-6819DD5C60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41468" y="1719968"/>
            <a:ext cx="10123356" cy="415498"/>
          </a:xfrm>
        </p:spPr>
        <p:txBody>
          <a:bodyPr>
            <a:noAutofit/>
          </a:bodyPr>
          <a:lstStyle/>
          <a:p>
            <a:pPr algn="ctr"/>
            <a:r>
              <a:rPr lang="en-US" sz="3200" dirty="0"/>
              <a:t>Pre-hybridization bridging</a:t>
            </a:r>
            <a:endParaRPr lang="LID4096" sz="32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A82079-A532-F6B3-88FB-26C35974114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727593" y="6378233"/>
            <a:ext cx="876357" cy="365125"/>
          </a:xfrm>
        </p:spPr>
        <p:txBody>
          <a:bodyPr/>
          <a:lstStyle/>
          <a:p>
            <a:r>
              <a:rPr lang="en-US"/>
              <a:t>|    </a:t>
            </a:r>
            <a:fld id="{298D9031-2DC4-6A42-8DBA-0D4123D26D12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7AB43F7-91FF-ED6D-37CB-6AFB791DF03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41468" y="2501012"/>
            <a:ext cx="10470828" cy="3460876"/>
          </a:xfrm>
        </p:spPr>
        <p:txBody>
          <a:bodyPr>
            <a:normAutofit/>
          </a:bodyPr>
          <a:lstStyle/>
          <a:p>
            <a:r>
              <a:rPr lang="en-US" dirty="0">
                <a:latin typeface="Aptos" panose="020B0004020202020204" pitchFamily="34" charset="0"/>
              </a:rPr>
              <a:t>Address the effects of the new collection method before normalization effects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Physically more appropriate</a:t>
            </a:r>
          </a:p>
          <a:p>
            <a:pPr marL="0" indent="0">
              <a:buNone/>
            </a:pPr>
            <a:endParaRPr lang="en-US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Reduces possibility of method-based flags </a:t>
            </a: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en-US" dirty="0">
              <a:latin typeface="Aptos" panose="020B0004020202020204" pitchFamily="34" charset="0"/>
            </a:endParaRP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06730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0DF2D-A3B1-C9EE-D8A9-666378F6F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621833-B6E7-2510-BED0-B764B37D94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results of pre-hybridization bridging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164A0-C398-6FDF-2F25-9844D8060E2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9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D1F77A-C2B9-06F8-AE07-6F6A68880719}"/>
              </a:ext>
            </a:extLst>
          </p:cNvPr>
          <p:cNvSpPr txBox="1"/>
          <p:nvPr/>
        </p:nvSpPr>
        <p:spPr>
          <a:xfrm>
            <a:off x="793382" y="1591056"/>
            <a:ext cx="106052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3200" dirty="0">
                <a:latin typeface="Aptos" panose="020B0004020202020204" pitchFamily="34" charset="0"/>
              </a:rPr>
              <a:t>Pre-normalization assessment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33E97A-913C-7669-6E64-AABD70C0C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4872" y="2212848"/>
            <a:ext cx="7591742" cy="452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9450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7D617-44C9-8C1B-D0B8-5D3E9D8F40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8EB10E7-BB06-3B63-0A3E-FE4F578C0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results of pre-hybridization bridging - continued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59363-8DD9-2281-E0F1-6CA6085DA83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10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AE015E-EAB3-E203-4C70-C3B24B40E1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1063" y="1238250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9247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D1061-2C81-D4DF-6D0D-795A2697E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7D03B9-515B-29B4-2CEB-65D17DDE17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132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D1BF1-79B7-A136-BC1C-775205FFC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2B3662-9975-1822-740B-86280E7B9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4412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9A7DA-76CE-CCD0-19FD-982E442B5D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CE4F5-2C0D-7F62-ECF1-F539A8C9A8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580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C0FA9B-A4CF-1F76-91D4-959EB5502A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BD46B9-A975-C3A8-E525-E1D5A35E3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3234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33C87-F070-897D-89B2-4230FAF3CF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FA8E11-CAF2-FF5A-7E55-FBE81C32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887" y="619125"/>
            <a:ext cx="9420225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6287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0F0ABA-C190-B558-8D00-8D7E9F531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C9E1387-EA05-AE7B-C18E-00FD1D84A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Post-normalization results of pre-hybridization bridging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2996D-A4C5-5C54-EDA1-15A4DFDDF7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16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9F26C1-3EF9-65A9-7BEE-ED8C1B5886EF}"/>
              </a:ext>
            </a:extLst>
          </p:cNvPr>
          <p:cNvSpPr txBox="1"/>
          <p:nvPr/>
        </p:nvSpPr>
        <p:spPr>
          <a:xfrm>
            <a:off x="793382" y="1591056"/>
            <a:ext cx="1060523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 algn="ctr"/>
            <a:r>
              <a:rPr lang="en-US" sz="3200" dirty="0">
                <a:latin typeface="Aptos" panose="020B0004020202020204" pitchFamily="34" charset="0"/>
              </a:rPr>
              <a:t>Post-normalization assessment</a:t>
            </a:r>
          </a:p>
          <a:p>
            <a:endParaRPr lang="en-US" dirty="0">
              <a:latin typeface="Aptos" panose="020B00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805472-96DD-5D02-0728-91721ED4C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2184655"/>
            <a:ext cx="7148512" cy="4264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046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CB723-6154-6A83-310A-3D5C4500D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19AC45-7E6B-E3BD-2B02-191048375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" y="619125"/>
            <a:ext cx="9429750" cy="561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1951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76B58-9B09-A559-49DF-E9602BFFF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6AEB93-2808-4492-8101-D90A50CD25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E7A09-8A1A-5102-C8E9-B35EB408B64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18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BD3B41-8117-B6FB-16CA-92FCEE7A0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63" y="1279440"/>
            <a:ext cx="6151983" cy="4476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6785AA-9FED-FFE5-CDC2-2A520B52C8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6601" y="1279440"/>
            <a:ext cx="5526970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5565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9FF86-B24B-82D0-374D-D9B8EF99C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30926C4-6FA8-6A40-EA1C-F4393DDE19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6BC4B-BA1A-30DF-2B4B-42A69166DBB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19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4544F1-A7AC-B416-1D42-B3F857449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4225" y="1316595"/>
            <a:ext cx="6342896" cy="447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5ED8EF-8B59-D7EE-A783-BAD32637D5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670" y="1316595"/>
            <a:ext cx="5457523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90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85DAC-7DC9-0B42-0031-17115087B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EDD69BE-0FAD-F2F2-9535-43AD21CF74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FE46A-CEE1-7C3A-34BB-3036525A156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20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5C9883-620F-E9C6-A563-C03D28B3F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26221"/>
            <a:ext cx="6179419" cy="4476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F614C0D-0EC4-4537-9466-4DF85C3B3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9419" y="1326221"/>
            <a:ext cx="5611528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32284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33C32-EF99-E817-575C-9DA75B573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63A4F59-F63C-1516-2580-65C55A9D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6C2E1E-DC64-36B3-C0B5-24F6F613B29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21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C261B-BAC5-83EE-77C7-DE9F1A912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8155" y="1277253"/>
            <a:ext cx="6247950" cy="4476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AB0BE5-73B8-76F2-3C73-9D11A78795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9794" y="1277253"/>
            <a:ext cx="5476773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45095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82801-401A-443C-BA4F-BEDBB2277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D601CC-188A-4057-6C4F-FD2F0A7AF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9D797-6672-683F-7F19-1108C1BBEF8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22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D613B0-F103-D5F5-F5F7-241FFFF0FD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4751" y="1277252"/>
            <a:ext cx="6457799" cy="44767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E085AEB-4619-133B-CDE6-55A6CD951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418" y="1277252"/>
            <a:ext cx="5457776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02443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940CF0-8FE6-8C32-0D8D-B991CB46A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C08801-CF2F-59C8-B877-E44B951EAE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F9C9F-542F-3DC5-B27D-F86EBB6E352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23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2501A8-18C8-C4A0-1C2D-B65E4CBD6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277252"/>
            <a:ext cx="6323798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97B10AE-4B90-1140-4D80-4AC135E74C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277252"/>
            <a:ext cx="5569819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54611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56244-1BB0-3A08-25C6-28B44B09B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631FEA-670C-7BE5-8F20-112C520EC5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7F62E-0609-3958-9CF9-A2A5262F1AF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24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6A7E11-431E-3E44-8BF8-FDCDA203E5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88306" y="1277253"/>
            <a:ext cx="6515852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939C53-4CF6-4F66-8A54-B06CBDA527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545" y="1277253"/>
            <a:ext cx="54960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01224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6B4B2-729A-B736-703F-63CCA3E04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FE97931-1BE9-AE3C-7DB1-A848BA5FE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FAB1ED-E176-703A-C784-560A22D29F4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25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86637E-284C-6C99-C5FF-2E2EDA573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7252"/>
            <a:ext cx="6198669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009169-85F1-C1B4-BAB5-E79D2567CE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669" y="1277252"/>
            <a:ext cx="5438274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8319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0E56C-8FB4-095E-2CC2-B09CDAEA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EFCC241-8AFE-AF9D-C1BF-0E1DFD514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80F20-7690-799A-AB9B-45379F0E718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26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12C7E5-D197-DBB0-5B5B-06C70C268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77854" y="1277252"/>
            <a:ext cx="6286150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4BD66B2-D547-C8C9-0B44-5A8AB33A7F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8295" y="1277252"/>
            <a:ext cx="5457523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7622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3EBE43-143D-C987-90A7-B369300A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BCBD06-CD29-A121-C5FE-F457A2DBC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Pre-normalization vs. Post-ANML, </a:t>
            </a:r>
            <a:r>
              <a:rPr lang="en-US" dirty="0" err="1">
                <a:latin typeface="Aptos" panose="020B0004020202020204" pitchFamily="34" charset="0"/>
              </a:rPr>
              <a:t>nDS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26E94-120A-6D54-045E-430FAA25F14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27</a:t>
            </a:fld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B91AAA-BA92-2D92-1A5D-917C982A36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49505" y="1258002"/>
            <a:ext cx="6602179" cy="44767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CB94E4-FFCE-0F4B-C048-B52E4D5DC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7294" y="1231533"/>
            <a:ext cx="5438525" cy="4476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989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48554-062A-FD14-137F-06D7EBF30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170F7D-374E-C256-F91C-3D4AC8573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Results analysis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FA88AE-BC56-F4D6-315D-A4A557CC68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28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25A708B-CFB3-F82C-6308-919671F0B71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Pre-hybridization bridging does good job of reducing pre-normalization differences</a:t>
            </a:r>
          </a:p>
          <a:p>
            <a:r>
              <a:rPr lang="en-US"/>
              <a:t>It DOES NOT reduce post-normalization aptamer differences</a:t>
            </a:r>
          </a:p>
          <a:p>
            <a:r>
              <a:rPr lang="en-US"/>
              <a:t>It DOES NOT reduce post-normalization PROphet score variability</a:t>
            </a:r>
          </a:p>
          <a:p>
            <a:r>
              <a:rPr lang="en-US"/>
              <a:t>Likely culprit: Streck bridging of non-desalinated samples with desalinated-based params affects normalization steps.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03267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FE6D5-3633-A364-66E9-6F10293A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08B5796-84B7-5728-0A67-E13E215A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Next steps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26C47F-75CE-AAB1-82F8-A30A202589E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29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25F4C8C-1D99-1E6D-A158-B5F595A68C2E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Create NDS-based bridging parameters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/>
          </a:p>
          <a:p>
            <a:r>
              <a:rPr lang="en-US"/>
              <a:t>Change bridging pipeline to allow for separate bridging of DS/NDS samples</a:t>
            </a:r>
          </a:p>
          <a:p>
            <a:endParaRPr lang="en-US"/>
          </a:p>
          <a:p>
            <a:r>
              <a:rPr lang="en-US"/>
              <a:t>Complete local end-to-end pipeline for creating bridging parameters, employing them to plates, normalizing and assessing results</a:t>
            </a:r>
          </a:p>
          <a:p>
            <a:endParaRPr lang="en-US"/>
          </a:p>
          <a:p>
            <a:r>
              <a:rPr lang="en-US"/>
              <a:t>Once results sufficiently improve deploy new bridging to production  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0331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45ADFF-4854-1A49-9EA1-8ECEB3E42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F7318C-725D-87CC-B4D6-43F75708F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382" y="289890"/>
            <a:ext cx="10605236" cy="514007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ptos" panose="020B0004020202020204" pitchFamily="34" charset="0"/>
              </a:rPr>
              <a:t>Next steps - continued</a:t>
            </a:r>
            <a:endParaRPr lang="en-IL" dirty="0">
              <a:latin typeface="Aptos" panose="020B0004020202020204" pitchFamily="34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2358B-AC10-D670-AB10-3A98C2EDD94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r>
              <a:rPr lang="en-US">
                <a:latin typeface="Century Gothic" panose="020B0502020202020204" pitchFamily="34" charset="0"/>
              </a:rPr>
              <a:t>|    </a:t>
            </a:r>
            <a:fld id="{298D9031-2DC4-6A42-8DBA-0D4123D26D12}" type="slidenum">
              <a:rPr lang="en-US" smtClean="0">
                <a:latin typeface="Century Gothic" panose="020B0502020202020204" pitchFamily="34" charset="0"/>
              </a:rPr>
              <a:pPr/>
              <a:t>30</a:t>
            </a:fld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83959E-1B3F-EC43-F6DA-EBF9303EBD81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Check: With separate NDS-based bridging is linear bridging good enough?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  <a:p>
            <a:r>
              <a:rPr lang="en-US" dirty="0" err="1"/>
              <a:t>Oncohost</a:t>
            </a:r>
            <a:r>
              <a:rPr lang="en-US" dirty="0"/>
              <a:t>-specific ANML normalization?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243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46ac8f-7178-447b-9a3b-83266692c9a1">
      <Terms xmlns="http://schemas.microsoft.com/office/infopath/2007/PartnerControls"/>
    </lcf76f155ced4ddcb4097134ff3c332f>
    <TaxCatchAll xmlns="6fe15e83-4d2a-491b-ad9e-97feb383733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ECBAFA6E01A94A9E9731C825993072" ma:contentTypeVersion="10" ma:contentTypeDescription="Create a new document." ma:contentTypeScope="" ma:versionID="def198becf74a023ef8b876827925a68">
  <xsd:schema xmlns:xsd="http://www.w3.org/2001/XMLSchema" xmlns:xs="http://www.w3.org/2001/XMLSchema" xmlns:p="http://schemas.microsoft.com/office/2006/metadata/properties" xmlns:ns2="1146ac8f-7178-447b-9a3b-83266692c9a1" xmlns:ns3="6fe15e83-4d2a-491b-ad9e-97feb383733b" targetNamespace="http://schemas.microsoft.com/office/2006/metadata/properties" ma:root="true" ma:fieldsID="5542265fd5fb098fd90d4f012b10131b" ns2:_="" ns3:_="">
    <xsd:import namespace="1146ac8f-7178-447b-9a3b-83266692c9a1"/>
    <xsd:import namespace="6fe15e83-4d2a-491b-ad9e-97feb383733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46ac8f-7178-447b-9a3b-83266692c9a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7b563e6b-6a18-468f-8284-fab691eee85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e15e83-4d2a-491b-ad9e-97feb383733b" elementFormDefault="qualified">
    <xsd:import namespace="http://schemas.microsoft.com/office/2006/documentManagement/types"/>
    <xsd:import namespace="http://schemas.microsoft.com/office/infopath/2007/PartnerControls"/>
    <xsd:element name="TaxCatchAll" ma:index="16" nillable="true" ma:displayName="Taxonomy Catch All Column" ma:hidden="true" ma:list="{3d27e12f-36c9-4815-ab79-7832c7d1c5bd}" ma:internalName="TaxCatchAll" ma:showField="CatchAllData" ma:web="6fe15e83-4d2a-491b-ad9e-97feb383733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E31A3BE-9E95-4F2F-9A68-C55843C0A02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78B4686-7543-47F5-9C74-7F1B0CF355FA}">
  <ds:schemaRefs>
    <ds:schemaRef ds:uri="http://schemas.microsoft.com/office/2006/metadata/properties"/>
    <ds:schemaRef ds:uri="http://schemas.microsoft.com/office/infopath/2007/PartnerControls"/>
    <ds:schemaRef ds:uri="1146ac8f-7178-447b-9a3b-83266692c9a1"/>
    <ds:schemaRef ds:uri="6fe15e83-4d2a-491b-ad9e-97feb383733b"/>
  </ds:schemaRefs>
</ds:datastoreItem>
</file>

<file path=customXml/itemProps3.xml><?xml version="1.0" encoding="utf-8"?>
<ds:datastoreItem xmlns:ds="http://schemas.openxmlformats.org/officeDocument/2006/customXml" ds:itemID="{E5ADD145-BACD-4BDB-A380-40A1148589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46ac8f-7178-447b-9a3b-83266692c9a1"/>
    <ds:schemaRef ds:uri="6fe15e83-4d2a-491b-ad9e-97feb383733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2485</TotalTime>
  <Words>425</Words>
  <Application>Microsoft Office PowerPoint</Application>
  <PresentationFormat>Widescreen</PresentationFormat>
  <Paragraphs>132</Paragraphs>
  <Slides>30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Century Gothic</vt:lpstr>
      <vt:lpstr>Office Theme</vt:lpstr>
      <vt:lpstr>Streck Bridging</vt:lpstr>
      <vt:lpstr>Background</vt:lpstr>
      <vt:lpstr>Background - continued</vt:lpstr>
      <vt:lpstr>PowerPoint Presentation</vt:lpstr>
      <vt:lpstr>PowerPoint Presentation</vt:lpstr>
      <vt:lpstr>Background - continued</vt:lpstr>
      <vt:lpstr>Background - continued</vt:lpstr>
      <vt:lpstr>Proposed Solution</vt:lpstr>
      <vt:lpstr>Pre-normalization results of pre-hybridization bridging</vt:lpstr>
      <vt:lpstr>Pre-normalization results of pre-hybridization bridging - continued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Post-normalization results of pre-hybridization bridging</vt:lpstr>
      <vt:lpstr>PowerPoint Presentation</vt:lpstr>
      <vt:lpstr>Pre-normalization vs. Post-ANML, DS</vt:lpstr>
      <vt:lpstr>Pre-normalization vs. Post-ANML, DS</vt:lpstr>
      <vt:lpstr>Pre-normalization vs. Post-ANML, DS</vt:lpstr>
      <vt:lpstr>Pre-normalization vs. Post-ANML, DS</vt:lpstr>
      <vt:lpstr>Pre-normalization vs. Post-ANML, DS</vt:lpstr>
      <vt:lpstr>Pre-normalization vs. Post-ANML, nDS</vt:lpstr>
      <vt:lpstr>Pre-normalization vs. Post-ANML, nDS</vt:lpstr>
      <vt:lpstr>Pre-normalization vs. Post-ANML, nDS</vt:lpstr>
      <vt:lpstr>Pre-normalization vs. Post-ANML, nDS</vt:lpstr>
      <vt:lpstr>Pre-normalization vs. Post-ANML, nDS</vt:lpstr>
      <vt:lpstr>Results analysis</vt:lpstr>
      <vt:lpstr>Next steps</vt:lpstr>
      <vt:lpstr>Next steps - continued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Roee Orland</dc:creator>
  <cp:lastModifiedBy>Roee Orland</cp:lastModifiedBy>
  <cp:revision>2</cp:revision>
  <dcterms:created xsi:type="dcterms:W3CDTF">2026-01-25T06:15:01Z</dcterms:created>
  <dcterms:modified xsi:type="dcterms:W3CDTF">2026-03-10T08:58:47Z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0x01010092ECBAFA6E01A94A9E9731C825993072</vt:lpwstr>
  </property>
  <property fmtid="{D5CDD505-2E9C-101B-9397-08002B2CF9AE}" pid="3" name="MediaServiceImageTags">
    <vt:lpwstr/>
  </property>
</Properties>
</file>